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4" r:id="rId3"/>
    <p:sldId id="316" r:id="rId4"/>
    <p:sldId id="290" r:id="rId5"/>
    <p:sldId id="334" r:id="rId6"/>
    <p:sldId id="335" r:id="rId7"/>
    <p:sldId id="336" r:id="rId8"/>
    <p:sldId id="345" r:id="rId9"/>
    <p:sldId id="347" r:id="rId10"/>
    <p:sldId id="348" r:id="rId11"/>
    <p:sldId id="349" r:id="rId12"/>
    <p:sldId id="350" r:id="rId13"/>
    <p:sldId id="346" r:id="rId14"/>
    <p:sldId id="337" r:id="rId15"/>
    <p:sldId id="340" r:id="rId16"/>
    <p:sldId id="341" r:id="rId17"/>
    <p:sldId id="342" r:id="rId18"/>
    <p:sldId id="343" r:id="rId19"/>
    <p:sldId id="344" r:id="rId20"/>
    <p:sldId id="299" r:id="rId21"/>
    <p:sldId id="319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0D98F-497B-4B69-A1DD-B9424E6C5795}" v="58" dt="2025-08-15T05:35: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7153" autoAdjust="0"/>
  </p:normalViewPr>
  <p:slideViewPr>
    <p:cSldViewPr snapToGrid="0">
      <p:cViewPr varScale="1">
        <p:scale>
          <a:sx n="61" d="100"/>
          <a:sy n="61" d="100"/>
        </p:scale>
        <p:origin x="87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  <pc:docChgLst>
    <pc:chgData name="Dr. Anupam Kumar Sharma" userId="550e56936179f404" providerId="LiveId" clId="{A800D98F-497B-4B69-A1DD-B9424E6C5795}"/>
    <pc:docChg chg="undo custSel addSld delSld modSld sldOrd">
      <pc:chgData name="Dr. Anupam Kumar Sharma" userId="550e56936179f404" providerId="LiveId" clId="{A800D98F-497B-4B69-A1DD-B9424E6C5795}" dt="2025-08-15T05:35:55.241" v="633" actId="47"/>
      <pc:docMkLst>
        <pc:docMk/>
      </pc:docMkLst>
      <pc:sldChg chg="modSp mod">
        <pc:chgData name="Dr. Anupam Kumar Sharma" userId="550e56936179f404" providerId="LiveId" clId="{A800D98F-497B-4B69-A1DD-B9424E6C5795}" dt="2025-08-14T05:51:27.312" v="33" actId="20577"/>
        <pc:sldMkLst>
          <pc:docMk/>
          <pc:sldMk cId="2827898987" sldId="256"/>
        </pc:sldMkLst>
        <pc:spChg chg="mod">
          <ac:chgData name="Dr. Anupam Kumar Sharma" userId="550e56936179f404" providerId="LiveId" clId="{A800D98F-497B-4B69-A1DD-B9424E6C5795}" dt="2025-08-14T05:51:27.312" v="33" actId="20577"/>
          <ac:spMkLst>
            <pc:docMk/>
            <pc:sldMk cId="2827898987" sldId="256"/>
            <ac:spMk id="2" creationId="{52B4841D-4109-20CB-B253-8EF7C080604D}"/>
          </ac:spMkLst>
        </pc:spChg>
      </pc:sldChg>
      <pc:sldChg chg="modSp add del mod">
        <pc:chgData name="Dr. Anupam Kumar Sharma" userId="550e56936179f404" providerId="LiveId" clId="{A800D98F-497B-4B69-A1DD-B9424E6C5795}" dt="2025-08-15T05:09:28.530" v="590" actId="20577"/>
        <pc:sldMkLst>
          <pc:docMk/>
          <pc:sldMk cId="2766167463" sldId="262"/>
        </pc:sldMkLst>
        <pc:spChg chg="mod">
          <ac:chgData name="Dr. Anupam Kumar Sharma" userId="550e56936179f404" providerId="LiveId" clId="{A800D98F-497B-4B69-A1DD-B9424E6C5795}" dt="2025-08-15T05:09:28.530" v="59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800D98F-497B-4B69-A1DD-B9424E6C5795}" dt="2025-08-15T05:35:03" v="631"/>
        <pc:sldMkLst>
          <pc:docMk/>
          <pc:sldMk cId="1311328748" sldId="284"/>
        </pc:sldMkLst>
        <pc:spChg chg="mod">
          <ac:chgData name="Dr. Anupam Kumar Sharma" userId="550e56936179f404" providerId="LiveId" clId="{A800D98F-497B-4B69-A1DD-B9424E6C5795}" dt="2025-08-15T05:35:03" v="631"/>
          <ac:spMkLst>
            <pc:docMk/>
            <pc:sldMk cId="1311328748" sldId="284"/>
            <ac:spMk id="10" creationId="{A92BCC8A-DA75-739D-5118-196EB9E2238A}"/>
          </ac:spMkLst>
        </pc:spChg>
      </pc:sldChg>
      <pc:sldChg chg="modSp mod">
        <pc:chgData name="Dr. Anupam Kumar Sharma" userId="550e56936179f404" providerId="LiveId" clId="{A800D98F-497B-4B69-A1DD-B9424E6C5795}" dt="2025-08-15T04:36:14.635" v="145" actId="20577"/>
        <pc:sldMkLst>
          <pc:docMk/>
          <pc:sldMk cId="3560614696" sldId="290"/>
        </pc:sldMkLst>
        <pc:spChg chg="mod">
          <ac:chgData name="Dr. Anupam Kumar Sharma" userId="550e56936179f404" providerId="LiveId" clId="{A800D98F-497B-4B69-A1DD-B9424E6C5795}" dt="2025-08-15T04:36:14.635" v="145" actId="20577"/>
          <ac:spMkLst>
            <pc:docMk/>
            <pc:sldMk cId="3560614696" sldId="290"/>
            <ac:spMk id="12" creationId="{C79E5FE6-2AEA-FD10-96D6-84ECB84793BD}"/>
          </ac:spMkLst>
        </pc:spChg>
      </pc:sldChg>
      <pc:sldChg chg="del">
        <pc:chgData name="Dr. Anupam Kumar Sharma" userId="550e56936179f404" providerId="LiveId" clId="{A800D98F-497B-4B69-A1DD-B9424E6C5795}" dt="2025-08-15T05:35:50.724" v="632" actId="47"/>
        <pc:sldMkLst>
          <pc:docMk/>
          <pc:sldMk cId="115421639" sldId="293"/>
        </pc:sldMkLst>
      </pc:sldChg>
      <pc:sldChg chg="modSp mod">
        <pc:chgData name="Dr. Anupam Kumar Sharma" userId="550e56936179f404" providerId="LiveId" clId="{A800D98F-497B-4B69-A1DD-B9424E6C5795}" dt="2025-08-15T04:31:07.719" v="71" actId="12"/>
        <pc:sldMkLst>
          <pc:docMk/>
          <pc:sldMk cId="1139340497" sldId="294"/>
        </pc:sldMkLst>
        <pc:spChg chg="mod">
          <ac:chgData name="Dr. Anupam Kumar Sharma" userId="550e56936179f404" providerId="LiveId" clId="{A800D98F-497B-4B69-A1DD-B9424E6C5795}" dt="2025-08-15T04:31:07.719" v="71" actId="12"/>
          <ac:spMkLst>
            <pc:docMk/>
            <pc:sldMk cId="1139340497" sldId="294"/>
            <ac:spMk id="16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30:41.293" v="68" actId="14100"/>
          <ac:grpSpMkLst>
            <pc:docMk/>
            <pc:sldMk cId="1139340497" sldId="294"/>
            <ac:grpSpMk id="14" creationId="{00000000-0000-0000-0000-000000000000}"/>
          </ac:grpSpMkLst>
        </pc:grpChg>
      </pc:sldChg>
      <pc:sldChg chg="modSp mod">
        <pc:chgData name="Dr. Anupam Kumar Sharma" userId="550e56936179f404" providerId="LiveId" clId="{A800D98F-497B-4B69-A1DD-B9424E6C5795}" dt="2025-08-15T04:42:30.377" v="270" actId="20577"/>
        <pc:sldMkLst>
          <pc:docMk/>
          <pc:sldMk cId="600575522" sldId="296"/>
        </pc:sldMkLst>
        <pc:spChg chg="mod">
          <ac:chgData name="Dr. Anupam Kumar Sharma" userId="550e56936179f404" providerId="LiveId" clId="{A800D98F-497B-4B69-A1DD-B9424E6C5795}" dt="2025-08-15T04:39:53.248" v="205" actId="20577"/>
          <ac:spMkLst>
            <pc:docMk/>
            <pc:sldMk cId="600575522" sldId="296"/>
            <ac:spMk id="5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1:20.003" v="266" actId="20577"/>
          <ac:spMkLst>
            <pc:docMk/>
            <pc:sldMk cId="600575522" sldId="296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2:30.377" v="270" actId="20577"/>
          <ac:spMkLst>
            <pc:docMk/>
            <pc:sldMk cId="600575522" sldId="296"/>
            <ac:spMk id="20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40:23.342" v="206" actId="1076"/>
          <ac:grpSpMkLst>
            <pc:docMk/>
            <pc:sldMk cId="600575522" sldId="296"/>
            <ac:grpSpMk id="14" creationId="{00000000-0000-0000-0000-000000000000}"/>
          </ac:grpSpMkLst>
        </pc:grpChg>
      </pc:sldChg>
      <pc:sldChg chg="addSp delSp modSp mod">
        <pc:chgData name="Dr. Anupam Kumar Sharma" userId="550e56936179f404" providerId="LiveId" clId="{A800D98F-497B-4B69-A1DD-B9424E6C5795}" dt="2025-08-15T05:27:16.283" v="616" actId="14100"/>
        <pc:sldMkLst>
          <pc:docMk/>
          <pc:sldMk cId="1760477617" sldId="299"/>
        </pc:sldMkLst>
        <pc:spChg chg="add mod">
          <ac:chgData name="Dr. Anupam Kumar Sharma" userId="550e56936179f404" providerId="LiveId" clId="{A800D98F-497B-4B69-A1DD-B9424E6C5795}" dt="2025-08-15T05:26:57.335" v="603" actId="14100"/>
          <ac:spMkLst>
            <pc:docMk/>
            <pc:sldMk cId="1760477617" sldId="299"/>
            <ac:spMk id="6" creationId="{FEC369D0-2DF4-195A-D8A0-390B335BC6C6}"/>
          </ac:spMkLst>
        </pc:spChg>
        <pc:spChg chg="add del mod">
          <ac:chgData name="Dr. Anupam Kumar Sharma" userId="550e56936179f404" providerId="LiveId" clId="{A800D98F-497B-4B69-A1DD-B9424E6C5795}" dt="2025-08-15T05:27:02.059" v="604" actId="478"/>
          <ac:spMkLst>
            <pc:docMk/>
            <pc:sldMk cId="1760477617" sldId="299"/>
            <ac:spMk id="8" creationId="{87BF9F50-CB5D-5F93-74E1-3578DA5B4C6E}"/>
          </ac:spMkLst>
        </pc:spChg>
        <pc:spChg chg="mod">
          <ac:chgData name="Dr. Anupam Kumar Sharma" userId="550e56936179f404" providerId="LiveId" clId="{A800D98F-497B-4B69-A1DD-B9424E6C5795}" dt="2025-08-15T05:27:09.673" v="614" actId="6549"/>
          <ac:spMkLst>
            <pc:docMk/>
            <pc:sldMk cId="1760477617" sldId="299"/>
            <ac:spMk id="10" creationId="{F648FC53-1451-ED3C-9DED-9CEC86030A58}"/>
          </ac:spMkLst>
        </pc:spChg>
        <pc:picChg chg="add mod">
          <ac:chgData name="Dr. Anupam Kumar Sharma" userId="550e56936179f404" providerId="LiveId" clId="{A800D98F-497B-4B69-A1DD-B9424E6C5795}" dt="2025-08-15T05:27:16.283" v="616" actId="14100"/>
          <ac:picMkLst>
            <pc:docMk/>
            <pc:sldMk cId="1760477617" sldId="299"/>
            <ac:picMk id="12" creationId="{F015EED9-C44E-B645-9F26-63B5BC0A745F}"/>
          </ac:picMkLst>
        </pc:picChg>
        <pc:picChg chg="del">
          <ac:chgData name="Dr. Anupam Kumar Sharma" userId="550e56936179f404" providerId="LiveId" clId="{A800D98F-497B-4B69-A1DD-B9424E6C5795}" dt="2025-08-15T05:14:48.118" v="591" actId="478"/>
          <ac:picMkLst>
            <pc:docMk/>
            <pc:sldMk cId="1760477617" sldId="299"/>
            <ac:picMk id="2050" creationId="{00000000-0000-0000-0000-000000000000}"/>
          </ac:picMkLst>
        </pc:picChg>
      </pc:sldChg>
      <pc:sldChg chg="del">
        <pc:chgData name="Dr. Anupam Kumar Sharma" userId="550e56936179f404" providerId="LiveId" clId="{A800D98F-497B-4B69-A1DD-B9424E6C5795}" dt="2025-08-15T05:35:55.241" v="633" actId="47"/>
        <pc:sldMkLst>
          <pc:docMk/>
          <pc:sldMk cId="3045931592" sldId="300"/>
        </pc:sldMkLst>
      </pc:sldChg>
      <pc:sldChg chg="delSp modSp mod">
        <pc:chgData name="Dr. Anupam Kumar Sharma" userId="550e56936179f404" providerId="LiveId" clId="{A800D98F-497B-4B69-A1DD-B9424E6C5795}" dt="2025-08-15T05:33:46.922" v="628" actId="1076"/>
        <pc:sldMkLst>
          <pc:docMk/>
          <pc:sldMk cId="2124361366" sldId="302"/>
        </pc:sldMkLst>
        <pc:spChg chg="mod">
          <ac:chgData name="Dr. Anupam Kumar Sharma" userId="550e56936179f404" providerId="LiveId" clId="{A800D98F-497B-4B69-A1DD-B9424E6C5795}" dt="2025-08-15T05:33:46.922" v="628" actId="1076"/>
          <ac:spMkLst>
            <pc:docMk/>
            <pc:sldMk cId="2124361366" sldId="302"/>
            <ac:spMk id="6" creationId="{00000000-0000-0000-0000-000000000000}"/>
          </ac:spMkLst>
        </pc:spChg>
        <pc:graphicFrameChg chg="del mod modGraphic">
          <ac:chgData name="Dr. Anupam Kumar Sharma" userId="550e56936179f404" providerId="LiveId" clId="{A800D98F-497B-4B69-A1DD-B9424E6C5795}" dt="2025-08-15T05:32:59.614" v="624" actId="478"/>
          <ac:graphicFrameMkLst>
            <pc:docMk/>
            <pc:sldMk cId="2124361366" sldId="302"/>
            <ac:graphicFrameMk id="2" creationId="{00000000-0000-0000-0000-000000000000}"/>
          </ac:graphicFrameMkLst>
        </pc:graphicFrameChg>
      </pc:sldChg>
      <pc:sldChg chg="modSp del mod">
        <pc:chgData name="Dr. Anupam Kumar Sharma" userId="550e56936179f404" providerId="LiveId" clId="{A800D98F-497B-4B69-A1DD-B9424E6C5795}" dt="2025-08-15T05:33:59.653" v="629" actId="2696"/>
        <pc:sldMkLst>
          <pc:docMk/>
          <pc:sldMk cId="10267218" sldId="303"/>
        </pc:sldMkLst>
        <pc:spChg chg="mod">
          <ac:chgData name="Dr. Anupam Kumar Sharma" userId="550e56936179f404" providerId="LiveId" clId="{A800D98F-497B-4B69-A1DD-B9424E6C5795}" dt="2025-08-15T04:28:44.197" v="35" actId="27636"/>
          <ac:spMkLst>
            <pc:docMk/>
            <pc:sldMk cId="10267218" sldId="303"/>
            <ac:spMk id="10" creationId="{E4F6F593-41A2-5797-581D-24AD95F1C7D0}"/>
          </ac:spMkLst>
        </pc:spChg>
      </pc:sldChg>
      <pc:sldChg chg="addSp delSp modSp mod">
        <pc:chgData name="Dr. Anupam Kumar Sharma" userId="550e56936179f404" providerId="LiveId" clId="{A800D98F-497B-4B69-A1DD-B9424E6C5795}" dt="2025-08-15T04:56:24.978" v="441" actId="20577"/>
        <pc:sldMkLst>
          <pc:docMk/>
          <pc:sldMk cId="1805800373" sldId="305"/>
        </pc:sldMkLst>
        <pc:spChg chg="add">
          <ac:chgData name="Dr. Anupam Kumar Sharma" userId="550e56936179f404" providerId="LiveId" clId="{A800D98F-497B-4B69-A1DD-B9424E6C5795}" dt="2025-08-15T04:51:59.795" v="399"/>
          <ac:spMkLst>
            <pc:docMk/>
            <pc:sldMk cId="1805800373" sldId="305"/>
            <ac:spMk id="2" creationId="{ED316C1B-DFD7-7719-A573-E370AD259A2A}"/>
          </ac:spMkLst>
        </pc:spChg>
        <pc:spChg chg="add del mod">
          <ac:chgData name="Dr. Anupam Kumar Sharma" userId="550e56936179f404" providerId="LiveId" clId="{A800D98F-497B-4B69-A1DD-B9424E6C5795}" dt="2025-08-15T04:52:48.447" v="403" actId="478"/>
          <ac:spMkLst>
            <pc:docMk/>
            <pc:sldMk cId="1805800373" sldId="305"/>
            <ac:spMk id="3" creationId="{CC3208D7-D932-C6D4-0371-99D97360395D}"/>
          </ac:spMkLst>
        </pc:spChg>
        <pc:spChg chg="add">
          <ac:chgData name="Dr. Anupam Kumar Sharma" userId="550e56936179f404" providerId="LiveId" clId="{A800D98F-497B-4B69-A1DD-B9424E6C5795}" dt="2025-08-15T04:52:33.034" v="402"/>
          <ac:spMkLst>
            <pc:docMk/>
            <pc:sldMk cId="1805800373" sldId="305"/>
            <ac:spMk id="4" creationId="{CBFFE8E0-61CF-A7BA-2ED7-867F5FD56B4E}"/>
          </ac:spMkLst>
        </pc:spChg>
        <pc:spChg chg="add mod">
          <ac:chgData name="Dr. Anupam Kumar Sharma" userId="550e56936179f404" providerId="LiveId" clId="{A800D98F-497B-4B69-A1DD-B9424E6C5795}" dt="2025-08-15T04:56:24.978" v="441" actId="20577"/>
          <ac:spMkLst>
            <pc:docMk/>
            <pc:sldMk cId="1805800373" sldId="305"/>
            <ac:spMk id="5" creationId="{899F1046-6BBA-7AE8-6FDB-46D2211E5A80}"/>
          </ac:spMkLst>
        </pc:spChg>
        <pc:spChg chg="mod">
          <ac:chgData name="Dr. Anupam Kumar Sharma" userId="550e56936179f404" providerId="LiveId" clId="{A800D98F-497B-4B69-A1DD-B9424E6C5795}" dt="2025-08-15T04:50:40.508" v="398" actId="20577"/>
          <ac:spMkLst>
            <pc:docMk/>
            <pc:sldMk cId="1805800373" sldId="305"/>
            <ac:spMk id="6" creationId="{0AC4C0B8-55BF-7607-C08F-4F93C85CCC8F}"/>
          </ac:spMkLst>
        </pc:spChg>
        <pc:spChg chg="del mod">
          <ac:chgData name="Dr. Anupam Kumar Sharma" userId="550e56936179f404" providerId="LiveId" clId="{A800D98F-497B-4B69-A1DD-B9424E6C5795}" dt="2025-08-15T04:44:15.714" v="337" actId="21"/>
          <ac:spMkLst>
            <pc:docMk/>
            <pc:sldMk cId="1805800373" sldId="305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52:10.520" v="400" actId="14100"/>
          <ac:spMkLst>
            <pc:docMk/>
            <pc:sldMk cId="1805800373" sldId="305"/>
            <ac:spMk id="19" creationId="{920ECE07-CE90-FEA2-59C0-9F6B1480E689}"/>
          </ac:spMkLst>
        </pc:spChg>
      </pc:sldChg>
      <pc:sldChg chg="del">
        <pc:chgData name="Dr. Anupam Kumar Sharma" userId="550e56936179f404" providerId="LiveId" clId="{A800D98F-497B-4B69-A1DD-B9424E6C5795}" dt="2025-08-14T05:29:27.690" v="21" actId="2696"/>
        <pc:sldMkLst>
          <pc:docMk/>
          <pc:sldMk cId="2698955094" sldId="311"/>
        </pc:sldMkLst>
      </pc:sldChg>
      <pc:sldChg chg="del">
        <pc:chgData name="Dr. Anupam Kumar Sharma" userId="550e56936179f404" providerId="LiveId" clId="{A800D98F-497B-4B69-A1DD-B9424E6C5795}" dt="2025-08-15T04:42:05.177" v="267" actId="2696"/>
        <pc:sldMkLst>
          <pc:docMk/>
          <pc:sldMk cId="86997150" sldId="312"/>
        </pc:sldMkLst>
      </pc:sldChg>
      <pc:sldChg chg="modSp">
        <pc:chgData name="Dr. Anupam Kumar Sharma" userId="550e56936179f404" providerId="LiveId" clId="{A800D98F-497B-4B69-A1DD-B9424E6C5795}" dt="2025-08-15T04:33:28.261" v="91" actId="20577"/>
        <pc:sldMkLst>
          <pc:docMk/>
          <pc:sldMk cId="2097443975" sldId="316"/>
        </pc:sldMkLst>
        <pc:graphicFrameChg chg="mod">
          <ac:chgData name="Dr. Anupam Kumar Sharma" userId="550e56936179f404" providerId="LiveId" clId="{A800D98F-497B-4B69-A1DD-B9424E6C5795}" dt="2025-08-15T04:33:28.261" v="91" actId="20577"/>
          <ac:graphicFrameMkLst>
            <pc:docMk/>
            <pc:sldMk cId="2097443975" sldId="316"/>
            <ac:graphicFrameMk id="12" creationId="{FBB5840F-85BE-5580-FDC6-C72FB2C1E292}"/>
          </ac:graphicFrameMkLst>
        </pc:graphicFrameChg>
      </pc:sldChg>
      <pc:sldChg chg="modSp">
        <pc:chgData name="Dr. Anupam Kumar Sharma" userId="550e56936179f404" providerId="LiveId" clId="{A800D98F-497B-4B69-A1DD-B9424E6C5795}" dt="2025-08-15T05:28:08.078" v="618"/>
        <pc:sldMkLst>
          <pc:docMk/>
          <pc:sldMk cId="2818065281" sldId="319"/>
        </pc:sldMkLst>
        <pc:graphicFrameChg chg="mod">
          <ac:chgData name="Dr. Anupam Kumar Sharma" userId="550e56936179f404" providerId="LiveId" clId="{A800D98F-497B-4B69-A1DD-B9424E6C5795}" dt="2025-08-15T05:28:08.078" v="618"/>
          <ac:graphicFrameMkLst>
            <pc:docMk/>
            <pc:sldMk cId="2818065281" sldId="319"/>
            <ac:graphicFrameMk id="12" creationId="{FBB5840F-85BE-5580-FDC6-C72FB2C1E292}"/>
          </ac:graphicFrameMkLst>
        </pc:graphicFrameChg>
      </pc:sldChg>
      <pc:sldChg chg="del">
        <pc:chgData name="Dr. Anupam Kumar Sharma" userId="550e56936179f404" providerId="LiveId" clId="{A800D98F-497B-4B69-A1DD-B9424E6C5795}" dt="2025-08-15T05:06:41.918" v="528" actId="2696"/>
        <pc:sldMkLst>
          <pc:docMk/>
          <pc:sldMk cId="2690088335" sldId="321"/>
        </pc:sldMkLst>
      </pc:sldChg>
      <pc:sldChg chg="del">
        <pc:chgData name="Dr. Anupam Kumar Sharma" userId="550e56936179f404" providerId="LiveId" clId="{A800D98F-497B-4B69-A1DD-B9424E6C5795}" dt="2025-08-15T04:42:08.917" v="268" actId="2696"/>
        <pc:sldMkLst>
          <pc:docMk/>
          <pc:sldMk cId="498231392" sldId="326"/>
        </pc:sldMkLst>
      </pc:sldChg>
      <pc:sldChg chg="addSp delSp modSp mod ord">
        <pc:chgData name="Dr. Anupam Kumar Sharma" userId="550e56936179f404" providerId="LiveId" clId="{A800D98F-497B-4B69-A1DD-B9424E6C5795}" dt="2025-08-15T04:50:17.575" v="379"/>
        <pc:sldMkLst>
          <pc:docMk/>
          <pc:sldMk cId="2398023980" sldId="327"/>
        </pc:sldMkLst>
        <pc:spChg chg="add mod">
          <ac:chgData name="Dr. Anupam Kumar Sharma" userId="550e56936179f404" providerId="LiveId" clId="{A800D98F-497B-4B69-A1DD-B9424E6C5795}" dt="2025-08-15T04:49:12.196" v="375" actId="14100"/>
          <ac:spMkLst>
            <pc:docMk/>
            <pc:sldMk cId="2398023980" sldId="327"/>
            <ac:spMk id="3" creationId="{896D904C-B16F-C35A-AEC7-884D473BA6A2}"/>
          </ac:spMkLst>
        </pc:spChg>
        <pc:spChg chg="del mod">
          <ac:chgData name="Dr. Anupam Kumar Sharma" userId="550e56936179f404" providerId="LiveId" clId="{A800D98F-497B-4B69-A1DD-B9424E6C5795}" dt="2025-08-15T04:48:17.620" v="361"/>
          <ac:spMkLst>
            <pc:docMk/>
            <pc:sldMk cId="2398023980" sldId="327"/>
            <ac:spMk id="5" creationId="{00000000-0000-0000-0000-000000000000}"/>
          </ac:spMkLst>
        </pc:spChg>
        <pc:spChg chg="add del mod">
          <ac:chgData name="Dr. Anupam Kumar Sharma" userId="550e56936179f404" providerId="LiveId" clId="{A800D98F-497B-4B69-A1DD-B9424E6C5795}" dt="2025-08-15T04:49:01.989" v="373" actId="478"/>
          <ac:spMkLst>
            <pc:docMk/>
            <pc:sldMk cId="2398023980" sldId="327"/>
            <ac:spMk id="10" creationId="{D1B831D2-3711-39AE-CC7F-C7D3BA3F90AB}"/>
          </ac:spMkLst>
        </pc:spChg>
        <pc:spChg chg="del mod">
          <ac:chgData name="Dr. Anupam Kumar Sharma" userId="550e56936179f404" providerId="LiveId" clId="{A800D98F-497B-4B69-A1DD-B9424E6C5795}" dt="2025-08-15T04:48:58.891" v="372" actId="478"/>
          <ac:spMkLst>
            <pc:docMk/>
            <pc:sldMk cId="2398023980" sldId="327"/>
            <ac:spMk id="19" creationId="{920ECE07-CE90-FEA2-59C0-9F6B1480E689}"/>
          </ac:spMkLst>
        </pc:spChg>
        <pc:graphicFrameChg chg="add mod modGraphic">
          <ac:chgData name="Dr. Anupam Kumar Sharma" userId="550e56936179f404" providerId="LiveId" clId="{A800D98F-497B-4B69-A1DD-B9424E6C5795}" dt="2025-08-15T04:50:05.860" v="377" actId="1076"/>
          <ac:graphicFrameMkLst>
            <pc:docMk/>
            <pc:sldMk cId="2398023980" sldId="327"/>
            <ac:graphicFrameMk id="2" creationId="{374796BE-1872-B5E6-A2E4-A24014BB2C0A}"/>
          </ac:graphicFrameMkLst>
        </pc:graphicFrameChg>
      </pc:sldChg>
      <pc:sldChg chg="add del">
        <pc:chgData name="Dr. Anupam Kumar Sharma" userId="550e56936179f404" providerId="LiveId" clId="{A800D98F-497B-4B69-A1DD-B9424E6C5795}" dt="2025-08-15T05:06:02.791" v="525" actId="2696"/>
        <pc:sldMkLst>
          <pc:docMk/>
          <pc:sldMk cId="2001890008" sldId="328"/>
        </pc:sldMkLst>
      </pc:sldChg>
      <pc:sldChg chg="addSp delSp modSp add mod">
        <pc:chgData name="Dr. Anupam Kumar Sharma" userId="550e56936179f404" providerId="LiveId" clId="{A800D98F-497B-4B69-A1DD-B9424E6C5795}" dt="2025-08-15T04:55:51.104" v="438" actId="20577"/>
        <pc:sldMkLst>
          <pc:docMk/>
          <pc:sldMk cId="3551130319" sldId="329"/>
        </pc:sldMkLst>
        <pc:spChg chg="del mod">
          <ac:chgData name="Dr. Anupam Kumar Sharma" userId="550e56936179f404" providerId="LiveId" clId="{A800D98F-497B-4B69-A1DD-B9424E6C5795}" dt="2025-08-15T04:55:30.162" v="429" actId="478"/>
          <ac:spMkLst>
            <pc:docMk/>
            <pc:sldMk cId="3551130319" sldId="329"/>
            <ac:spMk id="5" creationId="{7E56EB2B-DC4B-2181-FFA5-C3AF7CF72E63}"/>
          </ac:spMkLst>
        </pc:spChg>
        <pc:spChg chg="mod">
          <ac:chgData name="Dr. Anupam Kumar Sharma" userId="550e56936179f404" providerId="LiveId" clId="{A800D98F-497B-4B69-A1DD-B9424E6C5795}" dt="2025-08-15T04:55:51.104" v="438" actId="20577"/>
          <ac:spMkLst>
            <pc:docMk/>
            <pc:sldMk cId="3551130319" sldId="329"/>
            <ac:spMk id="19" creationId="{1C5098B7-9DD0-E192-71EE-45BB6D5A026D}"/>
          </ac:spMkLst>
        </pc:spChg>
        <pc:picChg chg="add mod">
          <ac:chgData name="Dr. Anupam Kumar Sharma" userId="550e56936179f404" providerId="LiveId" clId="{A800D98F-497B-4B69-A1DD-B9424E6C5795}" dt="2025-08-15T04:55:33.789" v="430" actId="1076"/>
          <ac:picMkLst>
            <pc:docMk/>
            <pc:sldMk cId="3551130319" sldId="329"/>
            <ac:picMk id="2" creationId="{ED5CA801-9DE9-2C9B-2DC7-C6B341C692EB}"/>
          </ac:picMkLst>
        </pc:picChg>
      </pc:sldChg>
      <pc:sldChg chg="addSp modSp add mod">
        <pc:chgData name="Dr. Anupam Kumar Sharma" userId="550e56936179f404" providerId="LiveId" clId="{A800D98F-497B-4B69-A1DD-B9424E6C5795}" dt="2025-08-15T04:57:39.317" v="461" actId="5793"/>
        <pc:sldMkLst>
          <pc:docMk/>
          <pc:sldMk cId="870317051" sldId="330"/>
        </pc:sldMkLst>
        <pc:spChg chg="add">
          <ac:chgData name="Dr. Anupam Kumar Sharma" userId="550e56936179f404" providerId="LiveId" clId="{A800D98F-497B-4B69-A1DD-B9424E6C5795}" dt="2025-08-15T04:57:07.258" v="442"/>
          <ac:spMkLst>
            <pc:docMk/>
            <pc:sldMk cId="870317051" sldId="330"/>
            <ac:spMk id="2" creationId="{8B1DECB0-8999-C687-0514-0A22F33C8FC4}"/>
          </ac:spMkLst>
        </pc:spChg>
        <pc:spChg chg="mod">
          <ac:chgData name="Dr. Anupam Kumar Sharma" userId="550e56936179f404" providerId="LiveId" clId="{A800D98F-497B-4B69-A1DD-B9424E6C5795}" dt="2025-08-15T04:57:15.401" v="444"/>
          <ac:spMkLst>
            <pc:docMk/>
            <pc:sldMk cId="870317051" sldId="330"/>
            <ac:spMk id="5" creationId="{FAFDFC21-A356-E97E-854A-EF9388F879CB}"/>
          </ac:spMkLst>
        </pc:spChg>
        <pc:spChg chg="mod">
          <ac:chgData name="Dr. Anupam Kumar Sharma" userId="550e56936179f404" providerId="LiveId" clId="{A800D98F-497B-4B69-A1DD-B9424E6C5795}" dt="2025-08-15T04:57:39.317" v="461" actId="5793"/>
          <ac:spMkLst>
            <pc:docMk/>
            <pc:sldMk cId="870317051" sldId="330"/>
            <ac:spMk id="19" creationId="{ADB2EE05-691E-032E-B557-9031B864CE5A}"/>
          </ac:spMkLst>
        </pc:spChg>
      </pc:sldChg>
      <pc:sldChg chg="addSp delSp modSp add mod">
        <pc:chgData name="Dr. Anupam Kumar Sharma" userId="550e56936179f404" providerId="LiveId" clId="{A800D98F-497B-4B69-A1DD-B9424E6C5795}" dt="2025-08-15T04:58:49.342" v="476"/>
        <pc:sldMkLst>
          <pc:docMk/>
          <pc:sldMk cId="3655096627" sldId="331"/>
        </pc:sldMkLst>
        <pc:spChg chg="del mod">
          <ac:chgData name="Dr. Anupam Kumar Sharma" userId="550e56936179f404" providerId="LiveId" clId="{A800D98F-497B-4B69-A1DD-B9424E6C5795}" dt="2025-08-15T04:58:49.342" v="476"/>
          <ac:spMkLst>
            <pc:docMk/>
            <pc:sldMk cId="3655096627" sldId="331"/>
            <ac:spMk id="5" creationId="{A5459B74-2C7E-3831-AF11-0C3E0ABF6F6D}"/>
          </ac:spMkLst>
        </pc:spChg>
        <pc:spChg chg="mod">
          <ac:chgData name="Dr. Anupam Kumar Sharma" userId="550e56936179f404" providerId="LiveId" clId="{A800D98F-497B-4B69-A1DD-B9424E6C5795}" dt="2025-08-15T04:58:21.905" v="471" actId="5793"/>
          <ac:spMkLst>
            <pc:docMk/>
            <pc:sldMk cId="3655096627" sldId="331"/>
            <ac:spMk id="19" creationId="{D4626002-3C2D-068D-AD69-6FE3A58E17EF}"/>
          </ac:spMkLst>
        </pc:spChg>
        <pc:picChg chg="add mod">
          <ac:chgData name="Dr. Anupam Kumar Sharma" userId="550e56936179f404" providerId="LiveId" clId="{A800D98F-497B-4B69-A1DD-B9424E6C5795}" dt="2025-08-15T04:58:48.403" v="474" actId="1076"/>
          <ac:picMkLst>
            <pc:docMk/>
            <pc:sldMk cId="3655096627" sldId="331"/>
            <ac:picMk id="2" creationId="{FD8864E0-2988-77A8-4E1C-9E272C2176E7}"/>
          </ac:picMkLst>
        </pc:picChg>
      </pc:sldChg>
      <pc:sldChg chg="modSp add mod">
        <pc:chgData name="Dr. Anupam Kumar Sharma" userId="550e56936179f404" providerId="LiveId" clId="{A800D98F-497B-4B69-A1DD-B9424E6C5795}" dt="2025-08-15T05:00:01.105" v="518" actId="6549"/>
        <pc:sldMkLst>
          <pc:docMk/>
          <pc:sldMk cId="189156485" sldId="332"/>
        </pc:sldMkLst>
        <pc:spChg chg="mod">
          <ac:chgData name="Dr. Anupam Kumar Sharma" userId="550e56936179f404" providerId="LiveId" clId="{A800D98F-497B-4B69-A1DD-B9424E6C5795}" dt="2025-08-15T05:00:01.105" v="518" actId="6549"/>
          <ac:spMkLst>
            <pc:docMk/>
            <pc:sldMk cId="189156485" sldId="332"/>
            <ac:spMk id="5" creationId="{891BD35B-CB2E-4F77-F8B4-E1F2810977D5}"/>
          </ac:spMkLst>
        </pc:spChg>
        <pc:spChg chg="mod">
          <ac:chgData name="Dr. Anupam Kumar Sharma" userId="550e56936179f404" providerId="LiveId" clId="{A800D98F-497B-4B69-A1DD-B9424E6C5795}" dt="2025-08-15T04:59:23.897" v="511" actId="5793"/>
          <ac:spMkLst>
            <pc:docMk/>
            <pc:sldMk cId="189156485" sldId="332"/>
            <ac:spMk id="19" creationId="{04DF0150-7760-FA85-2E7E-97D4C0DDFC59}"/>
          </ac:spMkLst>
        </pc:spChg>
      </pc:sldChg>
      <pc:sldChg chg="addSp delSp modSp add mod">
        <pc:chgData name="Dr. Anupam Kumar Sharma" userId="550e56936179f404" providerId="LiveId" clId="{A800D98F-497B-4B69-A1DD-B9424E6C5795}" dt="2025-08-15T05:00:41.869" v="524"/>
        <pc:sldMkLst>
          <pc:docMk/>
          <pc:sldMk cId="1156528671" sldId="333"/>
        </pc:sldMkLst>
        <pc:spChg chg="del mod">
          <ac:chgData name="Dr. Anupam Kumar Sharma" userId="550e56936179f404" providerId="LiveId" clId="{A800D98F-497B-4B69-A1DD-B9424E6C5795}" dt="2025-08-15T05:00:41.869" v="524"/>
          <ac:spMkLst>
            <pc:docMk/>
            <pc:sldMk cId="1156528671" sldId="333"/>
            <ac:spMk id="5" creationId="{8DB62675-9627-6141-4A4D-1E6E94FB4CC9}"/>
          </ac:spMkLst>
        </pc:spChg>
        <pc:picChg chg="add mod">
          <ac:chgData name="Dr. Anupam Kumar Sharma" userId="550e56936179f404" providerId="LiveId" clId="{A800D98F-497B-4B69-A1DD-B9424E6C5795}" dt="2025-08-15T05:00:40.887" v="522" actId="1076"/>
          <ac:picMkLst>
            <pc:docMk/>
            <pc:sldMk cId="1156528671" sldId="333"/>
            <ac:picMk id="2" creationId="{AA4961BE-DB98-68AB-5C47-5D72AC8E64A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 algn="ctr"/>
          <a:r>
            <a:rPr lang="en-US" sz="3600" dirty="0"/>
            <a:t>Define and explain the significance of algorithmic complexity: </a:t>
          </a:r>
          <a:r>
            <a:rPr lang="en-IN" sz="3600" dirty="0"/>
            <a:t>Time and space complexity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altLang="en-US" sz="3600" b="1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dirty="0">
            <a:solidFill>
              <a:schemeClr val="bg1"/>
            </a:solidFill>
          </a:endParaRP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434905D-2880-4EB4-9E26-3CB6DAE80305}" type="presOf" srcId="{B7ED251F-A7A3-4D25-B004-4241BE03EDC3}" destId="{BCA40D55-9F97-4CA4-8859-68C842EAE88F}" srcOrd="0" destOrd="0" presId="urn:microsoft.com/office/officeart/2005/8/layout/process4"/>
    <dgm:cxn modelId="{6EBC8953-5BC3-46AF-829F-53A8C192E845}" type="presOf" srcId="{DFBD6BAB-0140-48B9-9073-E08FDCB01885}" destId="{0E541A4F-E68B-477F-BCA6-83AC868DBBCC}" srcOrd="0" destOrd="0" presId="urn:microsoft.com/office/officeart/2005/8/layout/process4"/>
    <dgm:cxn modelId="{43D4A1B8-C696-44A7-BC05-03982F100F90}" type="presOf" srcId="{A3B4F848-7886-4B10-8E34-39E0B844A474}" destId="{9F756ADD-FC73-43E2-8907-B49F92DEF8EA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C8E37E2A-8C6E-4042-8AC8-71E3325885D8}" type="presParOf" srcId="{BCA40D55-9F97-4CA4-8859-68C842EAE88F}" destId="{3450E454-19DE-4E8A-ADE0-3AFF41C6C69B}" srcOrd="0" destOrd="0" presId="urn:microsoft.com/office/officeart/2005/8/layout/process4"/>
    <dgm:cxn modelId="{6A3D8B8B-604C-4C84-87E1-F4AF6FE7EB05}" type="presParOf" srcId="{3450E454-19DE-4E8A-ADE0-3AFF41C6C69B}" destId="{9F756ADD-FC73-43E2-8907-B49F92DEF8EA}" srcOrd="0" destOrd="0" presId="urn:microsoft.com/office/officeart/2005/8/layout/process4"/>
    <dgm:cxn modelId="{DC6840DC-76A2-4A20-87ED-43CA8BC464C9}" type="presParOf" srcId="{BCA40D55-9F97-4CA4-8859-68C842EAE88F}" destId="{33B2812D-626E-40CB-8956-89B965634A15}" srcOrd="1" destOrd="0" presId="urn:microsoft.com/office/officeart/2005/8/layout/process4"/>
    <dgm:cxn modelId="{94244108-4762-44EE-9224-908F6F7E2BE2}" type="presParOf" srcId="{BCA40D55-9F97-4CA4-8859-68C842EAE88F}" destId="{14438BF2-0C50-4C1B-A99E-B1909E184016}" srcOrd="2" destOrd="0" presId="urn:microsoft.com/office/officeart/2005/8/layout/process4"/>
    <dgm:cxn modelId="{D0DD4BD9-B3C4-4B16-992C-5C337DDE3B0C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 algn="ctr"/>
          <a:r>
            <a:rPr lang="en-US" sz="3600" dirty="0"/>
            <a:t>Define and explain the significance of algorithmic complexity: </a:t>
          </a:r>
          <a:r>
            <a:rPr lang="en-IN" sz="3600" dirty="0"/>
            <a:t>Time and space complexity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altLang="en-US" sz="3600" b="1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dirty="0">
            <a:solidFill>
              <a:schemeClr val="bg1"/>
            </a:solidFill>
          </a:endParaRP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6ED2775D-8FAB-4F16-A23B-B01F96749B3B}" type="presOf" srcId="{B7ED251F-A7A3-4D25-B004-4241BE03EDC3}" destId="{BCA40D55-9F97-4CA4-8859-68C842EAE88F}" srcOrd="0" destOrd="0" presId="urn:microsoft.com/office/officeart/2005/8/layout/process4"/>
    <dgm:cxn modelId="{D8F1D778-7E0C-4BF4-8C76-8CAA0679E5E9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C62E24CD-9C89-442D-83C3-FE54767AF8AF}" type="presOf" srcId="{A3B4F848-7886-4B10-8E34-39E0B844A474}" destId="{9F756ADD-FC73-43E2-8907-B49F92DEF8EA}" srcOrd="0" destOrd="0" presId="urn:microsoft.com/office/officeart/2005/8/layout/process4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8779C18C-D00E-4A95-8B63-2466DE7E971F}" type="presParOf" srcId="{BCA40D55-9F97-4CA4-8859-68C842EAE88F}" destId="{3450E454-19DE-4E8A-ADE0-3AFF41C6C69B}" srcOrd="0" destOrd="0" presId="urn:microsoft.com/office/officeart/2005/8/layout/process4"/>
    <dgm:cxn modelId="{0F42067E-7927-4E1A-8686-45D9E79231B2}" type="presParOf" srcId="{3450E454-19DE-4E8A-ADE0-3AFF41C6C69B}" destId="{9F756ADD-FC73-43E2-8907-B49F92DEF8EA}" srcOrd="0" destOrd="0" presId="urn:microsoft.com/office/officeart/2005/8/layout/process4"/>
    <dgm:cxn modelId="{CFA60929-BC04-4DBA-AEA8-066C639179AB}" type="presParOf" srcId="{BCA40D55-9F97-4CA4-8859-68C842EAE88F}" destId="{33B2812D-626E-40CB-8956-89B965634A15}" srcOrd="1" destOrd="0" presId="urn:microsoft.com/office/officeart/2005/8/layout/process4"/>
    <dgm:cxn modelId="{6ABA0177-05EF-4364-9C07-D9FE8E06BCF9}" type="presParOf" srcId="{BCA40D55-9F97-4CA4-8859-68C842EAE88F}" destId="{14438BF2-0C50-4C1B-A99E-B1909E184016}" srcOrd="2" destOrd="0" presId="urn:microsoft.com/office/officeart/2005/8/layout/process4"/>
    <dgm:cxn modelId="{9CB303F0-96FA-4770-84EE-AEC8501F8337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altLang="en-US" sz="3600" b="1" kern="1200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Define and explain the significance of algorithmic complexity: </a:t>
          </a:r>
          <a:r>
            <a:rPr lang="en-IN" sz="3600" kern="1200" dirty="0"/>
            <a:t>Time and space complexity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altLang="en-US" sz="3600" b="1" kern="1200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Define and explain the significance of algorithmic complexity: </a:t>
          </a:r>
          <a:r>
            <a:rPr lang="en-IN" sz="3600" kern="1200" dirty="0"/>
            <a:t>Time and space complexity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Algorithm efficiency – Time &amp; space complexity, order of growth</a:t>
            </a: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03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Design and Analysis of Algorithms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R1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UC407B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Rakesh Bharati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/02/2026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384452-4160-9C26-85E1-F43C3EFF0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3015084" cy="83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151016" cy="614522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21226" y="3123332"/>
            <a:ext cx="11901948" cy="2585259"/>
            <a:chOff x="0" y="2006399"/>
            <a:chExt cx="5239339" cy="2915925"/>
          </a:xfrm>
        </p:grpSpPr>
        <p:sp>
          <p:nvSpPr>
            <p:cNvPr id="15" name="Rectangle 14"/>
            <p:cNvSpPr/>
            <p:nvPr/>
          </p:nvSpPr>
          <p:spPr>
            <a:xfrm>
              <a:off x="0" y="2348578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91592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457200" indent="-457200">
                <a:buFont typeface="Wingdings" pitchFamily="2" charset="2"/>
                <a:buChar char="q"/>
              </a:pPr>
              <a:r>
                <a:rPr lang="en-US" sz="2800" dirty="0"/>
                <a:t>You are given an unsorted list of integers.</a:t>
              </a:r>
            </a:p>
            <a:p>
              <a:pPr marL="457200" indent="-457200">
                <a:buFont typeface="Wingdings" pitchFamily="2" charset="2"/>
                <a:buChar char="q"/>
              </a:pPr>
              <a:endParaRPr lang="en-US" sz="2800" dirty="0"/>
            </a:p>
            <a:p>
              <a:pPr marL="457200" indent="-457200">
                <a:buFont typeface="Wingdings" pitchFamily="2" charset="2"/>
                <a:buChar char="Ø"/>
              </a:pPr>
              <a:r>
                <a:rPr lang="en-US" sz="2800" dirty="0"/>
                <a:t>Which of the sorting algorithms (studied in the previous semester) will you apply and why?</a:t>
              </a:r>
            </a:p>
            <a:p>
              <a:endParaRPr lang="en-US" sz="2800" dirty="0"/>
            </a:p>
            <a:p>
              <a:endParaRPr lang="en-US" sz="28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136450" y="922121"/>
            <a:ext cx="8460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Opening Activity (Think – Pair – Share)</a:t>
            </a:r>
          </a:p>
        </p:txBody>
      </p:sp>
      <p:sp>
        <p:nvSpPr>
          <p:cNvPr id="17" name="Rectangle 16" descr="Questions"/>
          <p:cNvSpPr/>
          <p:nvPr/>
        </p:nvSpPr>
        <p:spPr>
          <a:xfrm>
            <a:off x="2771870" y="1923646"/>
            <a:ext cx="1090830" cy="1044306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 descr="Puzzle Pieces"/>
          <p:cNvSpPr/>
          <p:nvPr/>
        </p:nvSpPr>
        <p:spPr>
          <a:xfrm>
            <a:off x="8432628" y="1857796"/>
            <a:ext cx="1121491" cy="1110156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4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74082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4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427702" y="1126184"/>
            <a:ext cx="1176429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Session Outline</a:t>
            </a:r>
          </a:p>
          <a:p>
            <a:pPr algn="ctr"/>
            <a:endParaRPr lang="en-US" sz="36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Time and space complexity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Order of growth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Analyze algorithms for their time and space complexities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Quiz/Activities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03404" y="760576"/>
            <a:ext cx="66704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Time and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815" y="1490392"/>
            <a:ext cx="1050563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Many times there are </a:t>
            </a:r>
            <a:r>
              <a:rPr lang="en-US" sz="2800" b="1" dirty="0"/>
              <a:t>more than one ways </a:t>
            </a:r>
            <a:r>
              <a:rPr lang="en-US" sz="2800" dirty="0"/>
              <a:t>to solve a problem with different algorithms and we need a way to </a:t>
            </a:r>
            <a:r>
              <a:rPr lang="en-US" sz="2800" b="1" dirty="0"/>
              <a:t>compare multiple ways</a:t>
            </a:r>
            <a:r>
              <a:rPr lang="en-US" sz="2800" dirty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Also, there are situations where we would like to know </a:t>
            </a:r>
            <a:r>
              <a:rPr lang="en-US" sz="2800" b="1" dirty="0"/>
              <a:t>how much time and resources</a:t>
            </a:r>
            <a:r>
              <a:rPr lang="en-US" sz="2800" dirty="0"/>
              <a:t> an algorithm might take when implemented.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To </a:t>
            </a:r>
            <a:r>
              <a:rPr lang="en-US" sz="2800" b="1" dirty="0"/>
              <a:t>measure performance </a:t>
            </a:r>
            <a:r>
              <a:rPr lang="en-US" sz="2800" dirty="0"/>
              <a:t>of algorithms, we typically use time and space complexity analysis.</a:t>
            </a:r>
          </a:p>
        </p:txBody>
      </p:sp>
    </p:spTree>
    <p:extLst>
      <p:ext uri="{BB962C8B-B14F-4D97-AF65-F5344CB8AC3E}">
        <p14:creationId xmlns:p14="http://schemas.microsoft.com/office/powerpoint/2010/main" val="110794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1011" y="1876417"/>
            <a:ext cx="954850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The </a:t>
            </a:r>
            <a:r>
              <a:rPr lang="en-US" sz="2800" b="1" dirty="0"/>
              <a:t>time complexity </a:t>
            </a:r>
            <a:r>
              <a:rPr lang="en-US" sz="2800" dirty="0"/>
              <a:t>of an algorithm quantifies the amount of time taken by an algorithm to run </a:t>
            </a:r>
            <a:r>
              <a:rPr lang="en-US" sz="2800" b="1" dirty="0"/>
              <a:t>as a function of the length of the input</a:t>
            </a:r>
            <a:r>
              <a:rPr lang="en-US" sz="2800" dirty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The time to run is a function of the length of the input and </a:t>
            </a:r>
            <a:r>
              <a:rPr lang="en-US" sz="2800" b="1" dirty="0"/>
              <a:t>not the actual execution time</a:t>
            </a:r>
            <a:r>
              <a:rPr lang="en-US" sz="2800" dirty="0"/>
              <a:t> of the machine on which the algorithm is running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5996" y="867468"/>
            <a:ext cx="38043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Time Complexity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969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97906" y="1570549"/>
            <a:ext cx="1077909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Wingdings" pitchFamily="2" charset="2"/>
              <a:buChar char="Ø"/>
            </a:pPr>
            <a:r>
              <a:rPr lang="en-US" sz="2800" dirty="0"/>
              <a:t>Problem-solving using computer requires </a:t>
            </a:r>
            <a:r>
              <a:rPr lang="en-US" sz="2800" b="1" dirty="0"/>
              <a:t>memory to hold temporary data or final result</a:t>
            </a:r>
            <a:r>
              <a:rPr lang="en-US" sz="2800" dirty="0"/>
              <a:t> while the program is in execution.</a:t>
            </a:r>
          </a:p>
          <a:p>
            <a:pPr marL="457200" indent="-457200" fontAlgn="base">
              <a:buFont typeface="Wingdings" pitchFamily="2" charset="2"/>
              <a:buChar char="Ø"/>
            </a:pPr>
            <a:endParaRPr lang="en-US" sz="2800" dirty="0"/>
          </a:p>
          <a:p>
            <a:pPr marL="457200" indent="-457200" fontAlgn="base">
              <a:buFont typeface="Wingdings" pitchFamily="2" charset="2"/>
              <a:buChar char="Ø"/>
            </a:pPr>
            <a:r>
              <a:rPr lang="en-US" sz="2800" dirty="0"/>
              <a:t>The amount of memory required by the algorithm to solve given problem is called </a:t>
            </a:r>
            <a:r>
              <a:rPr lang="en-US" sz="2800" b="1" dirty="0"/>
              <a:t>space complexity</a:t>
            </a:r>
            <a:r>
              <a:rPr lang="en-US" sz="2800" dirty="0"/>
              <a:t> of the algorithm.</a:t>
            </a:r>
          </a:p>
          <a:p>
            <a:pPr marL="457200" indent="-457200" fontAlgn="base">
              <a:buFont typeface="Wingdings" pitchFamily="2" charset="2"/>
              <a:buChar char="Ø"/>
            </a:pPr>
            <a:endParaRPr lang="en-US" sz="2800" dirty="0"/>
          </a:p>
          <a:p>
            <a:pPr marL="457200" indent="-457200" fontAlgn="base">
              <a:buFont typeface="Wingdings" pitchFamily="2" charset="2"/>
              <a:buChar char="Ø"/>
            </a:pPr>
            <a:r>
              <a:rPr lang="en-US" sz="2800" dirty="0"/>
              <a:t>The space complexity of an algorithm quantifies the amount of space taken by an algorithm to run </a:t>
            </a:r>
            <a:r>
              <a:rPr lang="en-US" sz="2800" b="1" dirty="0"/>
              <a:t>as a function of the length of the input</a:t>
            </a:r>
            <a:r>
              <a:rPr lang="en-US"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Space Complexity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515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5" y="1547857"/>
            <a:ext cx="10786349" cy="420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699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521805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037" y="1106580"/>
            <a:ext cx="8685457" cy="537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44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Growth: Example</a:t>
            </a:r>
            <a:endParaRPr 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03" y="1392251"/>
            <a:ext cx="7566530" cy="503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44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</a:t>
            </a:r>
            <a:endParaRPr lang="en-US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996" y="1189615"/>
            <a:ext cx="9126135" cy="508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75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769912" y="1206983"/>
            <a:ext cx="105714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itchFamily="34" charset="0"/>
                <a:cs typeface="Calibri" pitchFamily="34" charset="0"/>
              </a:rPr>
              <a:t>Exercise: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Find the order of growth of the following functions and tell which one is having higher order of growth.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78" y="2281263"/>
            <a:ext cx="5885925" cy="175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78" y="4519613"/>
            <a:ext cx="62293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71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7469" y="1760986"/>
            <a:ext cx="108104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Linear Growth — O(n)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sum(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total =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total +=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total;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34" y="2658894"/>
            <a:ext cx="5353136" cy="276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392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00208" y="2054128"/>
            <a:ext cx="51767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getFirst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return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[0];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Time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?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Space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?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196412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61441" y="2046786"/>
            <a:ext cx="55718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2: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(Linear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linearSearch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key)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if(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 == key) return i;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-1;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Time Complexity:</a:t>
            </a:r>
            <a:r>
              <a:rPr lang="en-US" sz="2400" dirty="0"/>
              <a:t> 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Space Complexity:</a:t>
            </a:r>
            <a:r>
              <a:rPr lang="en-US" sz="2400" dirty="0"/>
              <a:t> 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076202" y="1974079"/>
            <a:ext cx="38456" cy="4119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39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36836" y="1765050"/>
            <a:ext cx="51767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getFirst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return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[0];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Explanation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No matter how big the array is, we access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one element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Time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O(1)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Space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O(1)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01278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61441" y="1677455"/>
            <a:ext cx="55718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2: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(Linear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linearSearch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key)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if(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 == key) return i;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-1;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r>
              <a:rPr lang="en-US" sz="2400" b="1" dirty="0"/>
              <a:t>Explanation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Loop runs up to n times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Time Complexity:</a:t>
            </a:r>
            <a:r>
              <a:rPr lang="en-US" sz="2400" dirty="0"/>
              <a:t> O(n)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Space Complexity:</a:t>
            </a:r>
            <a:r>
              <a:rPr lang="en-US" sz="2400" dirty="0"/>
              <a:t> O(1)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573058" y="1765050"/>
            <a:ext cx="32047" cy="4490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44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40283" y="2032898"/>
            <a:ext cx="51767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3: (Nested Loops)</a:t>
            </a:r>
          </a:p>
          <a:p>
            <a:endParaRPr lang="en-US" sz="2400" b="1" dirty="0"/>
          </a:p>
          <a:p>
            <a:r>
              <a:rPr lang="en-US" sz="2400" dirty="0"/>
              <a:t>void </a:t>
            </a:r>
            <a:r>
              <a:rPr lang="en-US" sz="2400" dirty="0" err="1"/>
              <a:t>printPairs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i = 0; i &lt; n; i++)</a:t>
            </a:r>
            <a:r>
              <a:rPr lang="en-US" sz="2400" dirty="0"/>
              <a:t> 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j = 0; j &lt; n; j++)</a:t>
            </a:r>
            <a:r>
              <a:rPr lang="en-US" sz="2400" dirty="0"/>
              <a:t> { </a:t>
            </a:r>
          </a:p>
          <a:p>
            <a:r>
              <a:rPr lang="en-US" sz="2400" dirty="0" err="1"/>
              <a:t>printf</a:t>
            </a:r>
            <a:r>
              <a:rPr lang="en-US" sz="2400" dirty="0"/>
              <a:t>("%d %d\n", </a:t>
            </a:r>
            <a:r>
              <a:rPr lang="en-US" sz="2400" dirty="0" err="1"/>
              <a:t>arr</a:t>
            </a:r>
            <a:r>
              <a:rPr lang="en-US" sz="2400" dirty="0"/>
              <a:t>[i], </a:t>
            </a:r>
            <a:r>
              <a:rPr lang="en-US" sz="2400" dirty="0" err="1"/>
              <a:t>arr</a:t>
            </a:r>
            <a:r>
              <a:rPr lang="en-US" sz="2400" dirty="0"/>
              <a:t>[j]); } } } 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196412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76879" y="1866802"/>
            <a:ext cx="612486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4: (Binary Search)</a:t>
            </a:r>
          </a:p>
          <a:p>
            <a:endParaRPr lang="en-US" sz="2400" b="1" dirty="0"/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binarySearch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n, </a:t>
            </a:r>
            <a:r>
              <a:rPr lang="en-US" sz="2400" dirty="0" err="1"/>
              <a:t>int</a:t>
            </a:r>
            <a:r>
              <a:rPr lang="en-US" sz="2400" dirty="0"/>
              <a:t> key)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low = 0, high = n - 1; </a:t>
            </a:r>
          </a:p>
          <a:p>
            <a:r>
              <a:rPr lang="en-US" sz="2400" dirty="0"/>
              <a:t>while(low &lt;= high)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mid = (low + high) / 2; </a:t>
            </a:r>
          </a:p>
          <a:p>
            <a:r>
              <a:rPr lang="en-US" sz="2400" dirty="0"/>
              <a:t>if(</a:t>
            </a:r>
            <a:r>
              <a:rPr lang="en-US" sz="2400" dirty="0" err="1"/>
              <a:t>arr</a:t>
            </a:r>
            <a:r>
              <a:rPr lang="en-US" sz="2400" dirty="0"/>
              <a:t>[mid] == key) return mid; </a:t>
            </a:r>
          </a:p>
          <a:p>
            <a:r>
              <a:rPr lang="en-US" sz="2400" dirty="0"/>
              <a:t>else if(</a:t>
            </a:r>
            <a:r>
              <a:rPr lang="en-US" sz="2400" dirty="0" err="1"/>
              <a:t>arr</a:t>
            </a:r>
            <a:r>
              <a:rPr lang="en-US" sz="2400" dirty="0"/>
              <a:t>[mid] &lt; key) </a:t>
            </a:r>
            <a:r>
              <a:rPr lang="en-US" sz="2400" dirty="0">
                <a:solidFill>
                  <a:srgbClr val="FF0000"/>
                </a:solidFill>
              </a:rPr>
              <a:t>low = mid + 1</a:t>
            </a:r>
            <a:r>
              <a:rPr lang="en-US" sz="2400" dirty="0"/>
              <a:t>; </a:t>
            </a:r>
          </a:p>
          <a:p>
            <a:r>
              <a:rPr lang="en-US" sz="2400" dirty="0"/>
              <a:t>else </a:t>
            </a:r>
            <a:r>
              <a:rPr lang="en-US" sz="2400" dirty="0">
                <a:solidFill>
                  <a:srgbClr val="FF0000"/>
                </a:solidFill>
              </a:rPr>
              <a:t>high = mid - 1</a:t>
            </a:r>
            <a:r>
              <a:rPr lang="en-US" sz="2400" dirty="0"/>
              <a:t>; } </a:t>
            </a:r>
          </a:p>
          <a:p>
            <a:r>
              <a:rPr lang="en-US" sz="2400" dirty="0"/>
              <a:t>return -1;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77855" y="1719632"/>
            <a:ext cx="42729" cy="4450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2618" y="4959956"/>
            <a:ext cx="29249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?</a:t>
            </a:r>
            <a:endParaRPr lang="en-US" sz="2000" dirty="0"/>
          </a:p>
          <a:p>
            <a:r>
              <a:rPr lang="en-US" sz="2000" b="1" dirty="0"/>
              <a:t>Space Complexity: ?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8345496" y="5283121"/>
            <a:ext cx="32878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?</a:t>
            </a:r>
            <a:endParaRPr lang="en-US" sz="2000" dirty="0"/>
          </a:p>
          <a:p>
            <a:r>
              <a:rPr lang="en-US" sz="2000" b="1" dirty="0"/>
              <a:t>Space Complexity: 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0190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40283" y="2032898"/>
            <a:ext cx="51767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3: (Nested Loops)</a:t>
            </a:r>
          </a:p>
          <a:p>
            <a:endParaRPr lang="en-US" sz="2400" b="1" dirty="0"/>
          </a:p>
          <a:p>
            <a:r>
              <a:rPr lang="en-US" sz="2400" dirty="0"/>
              <a:t>void </a:t>
            </a:r>
            <a:r>
              <a:rPr lang="en-US" sz="2400" dirty="0" err="1"/>
              <a:t>printPairs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i = 0; i &lt; n; i++) </a:t>
            </a:r>
            <a:r>
              <a:rPr lang="en-US" sz="2400" dirty="0"/>
              <a:t>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j = 0; j &lt; n; j++) </a:t>
            </a:r>
            <a:r>
              <a:rPr lang="en-US" sz="2400" dirty="0"/>
              <a:t>{ </a:t>
            </a:r>
          </a:p>
          <a:p>
            <a:r>
              <a:rPr lang="en-US" sz="2400" dirty="0" err="1"/>
              <a:t>printf</a:t>
            </a:r>
            <a:r>
              <a:rPr lang="en-US" sz="2400" dirty="0"/>
              <a:t>("%d %d\n", </a:t>
            </a:r>
            <a:r>
              <a:rPr lang="en-US" sz="2400" dirty="0" err="1"/>
              <a:t>arr</a:t>
            </a:r>
            <a:r>
              <a:rPr lang="en-US" sz="2400" dirty="0"/>
              <a:t>[i], </a:t>
            </a:r>
            <a:r>
              <a:rPr lang="en-US" sz="2400" dirty="0" err="1"/>
              <a:t>arr</a:t>
            </a:r>
            <a:r>
              <a:rPr lang="en-US" sz="2400" dirty="0"/>
              <a:t>[j]); } } } 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196412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76879" y="1866802"/>
            <a:ext cx="612486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4: (Binary Search)</a:t>
            </a:r>
          </a:p>
          <a:p>
            <a:endParaRPr lang="en-US" sz="2400" b="1" dirty="0"/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binarySearch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n, </a:t>
            </a:r>
            <a:r>
              <a:rPr lang="en-US" sz="2400" dirty="0" err="1"/>
              <a:t>int</a:t>
            </a:r>
            <a:r>
              <a:rPr lang="en-US" sz="2400" dirty="0"/>
              <a:t> key)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low = 0, high = n - 1; </a:t>
            </a:r>
          </a:p>
          <a:p>
            <a:r>
              <a:rPr lang="en-US" sz="2400" dirty="0"/>
              <a:t>while(low &lt;= high)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mid = (low + high) / 2</a:t>
            </a:r>
            <a:r>
              <a:rPr lang="en-US" sz="2400" dirty="0"/>
              <a:t>; </a:t>
            </a:r>
          </a:p>
          <a:p>
            <a:r>
              <a:rPr lang="en-US" sz="2400" dirty="0"/>
              <a:t>if(</a:t>
            </a:r>
            <a:r>
              <a:rPr lang="en-US" sz="2400" dirty="0" err="1"/>
              <a:t>arr</a:t>
            </a:r>
            <a:r>
              <a:rPr lang="en-US" sz="2400" dirty="0"/>
              <a:t>[mid] == key) return mid; </a:t>
            </a:r>
          </a:p>
          <a:p>
            <a:r>
              <a:rPr lang="en-US" sz="2400" dirty="0"/>
              <a:t>else if(</a:t>
            </a:r>
            <a:r>
              <a:rPr lang="en-US" sz="2400" dirty="0" err="1"/>
              <a:t>arr</a:t>
            </a:r>
            <a:r>
              <a:rPr lang="en-US" sz="2400" dirty="0"/>
              <a:t>[mid] &lt; key) </a:t>
            </a:r>
            <a:r>
              <a:rPr lang="en-US" sz="2400" dirty="0">
                <a:solidFill>
                  <a:srgbClr val="FF0000"/>
                </a:solidFill>
              </a:rPr>
              <a:t>low = mid + 1</a:t>
            </a:r>
            <a:r>
              <a:rPr lang="en-US" sz="2400" dirty="0"/>
              <a:t>; </a:t>
            </a:r>
          </a:p>
          <a:p>
            <a:r>
              <a:rPr lang="en-US" sz="2400" dirty="0"/>
              <a:t>else </a:t>
            </a:r>
            <a:r>
              <a:rPr lang="en-US" sz="2400" dirty="0">
                <a:solidFill>
                  <a:srgbClr val="FF0000"/>
                </a:solidFill>
              </a:rPr>
              <a:t>high = mid - 1;</a:t>
            </a:r>
            <a:r>
              <a:rPr lang="en-US" sz="2400" dirty="0"/>
              <a:t> } </a:t>
            </a:r>
          </a:p>
          <a:p>
            <a:r>
              <a:rPr lang="en-US" sz="2400" dirty="0"/>
              <a:t>return -1;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77855" y="1719632"/>
            <a:ext cx="42729" cy="4450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2618" y="4959956"/>
            <a:ext cx="3360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dirty="0"/>
              <a:t>O(n²)</a:t>
            </a:r>
          </a:p>
          <a:p>
            <a:r>
              <a:rPr lang="en-US" sz="2000" b="1" dirty="0"/>
              <a:t>Space Complexity: </a:t>
            </a:r>
            <a:r>
              <a:rPr lang="en-US" sz="2000" dirty="0"/>
              <a:t>O(1)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5496" y="5283121"/>
            <a:ext cx="32878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dirty="0"/>
              <a:t>O(log n)</a:t>
            </a:r>
          </a:p>
          <a:p>
            <a:r>
              <a:rPr lang="en-US" sz="2000" b="1" dirty="0"/>
              <a:t>Space Complexity: </a:t>
            </a:r>
            <a:r>
              <a:rPr lang="en-US" sz="2000" dirty="0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359327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17194" y="1719632"/>
            <a:ext cx="59426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5: (Using an Extra Array)</a:t>
            </a:r>
          </a:p>
          <a:p>
            <a:endParaRPr lang="en-US" sz="2400" dirty="0"/>
          </a:p>
          <a:p>
            <a:r>
              <a:rPr lang="en-US" sz="2400" dirty="0"/>
              <a:t>void </a:t>
            </a:r>
            <a:r>
              <a:rPr lang="en-US" sz="2400" dirty="0" err="1"/>
              <a:t>copyArray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copy[n]; </a:t>
            </a:r>
            <a:r>
              <a:rPr lang="en-US" sz="2400" dirty="0">
                <a:solidFill>
                  <a:srgbClr val="FF0000"/>
                </a:solidFill>
              </a:rPr>
              <a:t>// extra array of size n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/>
              <a:t>copy[i] = </a:t>
            </a:r>
            <a:r>
              <a:rPr lang="en-US" sz="2400" dirty="0" err="1"/>
              <a:t>arr</a:t>
            </a:r>
            <a:r>
              <a:rPr lang="en-US" sz="2400" dirty="0"/>
              <a:t>[i];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err="1"/>
              <a:t>printf</a:t>
            </a:r>
            <a:r>
              <a:rPr lang="en-US" sz="2400" dirty="0"/>
              <a:t>("%d ", copy[i]);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68225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code:</a:t>
            </a:r>
          </a:p>
        </p:txBody>
      </p:sp>
      <p:sp>
        <p:nvSpPr>
          <p:cNvPr id="2" name="Rectangle 1"/>
          <p:cNvSpPr/>
          <p:nvPr/>
        </p:nvSpPr>
        <p:spPr>
          <a:xfrm>
            <a:off x="6681080" y="3566290"/>
            <a:ext cx="4814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Time Complexity:</a:t>
            </a:r>
            <a:r>
              <a:rPr lang="en-US" sz="2400" dirty="0"/>
              <a:t> ?</a:t>
            </a:r>
          </a:p>
          <a:p>
            <a:r>
              <a:rPr lang="en-US" sz="2400" b="1" dirty="0"/>
              <a:t>Space Complexity:</a:t>
            </a:r>
            <a:r>
              <a:rPr lang="en-US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265870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17194" y="1719632"/>
            <a:ext cx="59426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5: (Using an Extra Array)</a:t>
            </a:r>
          </a:p>
          <a:p>
            <a:endParaRPr lang="en-US" sz="2400" dirty="0"/>
          </a:p>
          <a:p>
            <a:r>
              <a:rPr lang="en-US" sz="2400" dirty="0"/>
              <a:t>void </a:t>
            </a:r>
            <a:r>
              <a:rPr lang="en-US" sz="2400" dirty="0" err="1"/>
              <a:t>copyArray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copy[n]; </a:t>
            </a:r>
            <a:r>
              <a:rPr lang="en-US" sz="2400" dirty="0">
                <a:solidFill>
                  <a:srgbClr val="FF0000"/>
                </a:solidFill>
              </a:rPr>
              <a:t>// extra array of size n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/>
              <a:t>copy[i] = </a:t>
            </a:r>
            <a:r>
              <a:rPr lang="en-US" sz="2400" dirty="0" err="1"/>
              <a:t>arr</a:t>
            </a:r>
            <a:r>
              <a:rPr lang="en-US" sz="2400" dirty="0"/>
              <a:t>[i];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err="1"/>
              <a:t>printf</a:t>
            </a:r>
            <a:r>
              <a:rPr lang="en-US" sz="2400" dirty="0"/>
              <a:t>("%d ", copy[i]);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68225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090" y="2343489"/>
            <a:ext cx="343852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9048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2026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Assessment:Quiz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47" y="2167204"/>
            <a:ext cx="3565999" cy="3037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477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88014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275788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10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662098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18065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840"/>
            <a:ext cx="10515600" cy="62958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 Session: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2BCC8A-DA75-739D-5118-196EB9E2238A}"/>
              </a:ext>
            </a:extLst>
          </p:cNvPr>
          <p:cNvSpPr txBox="1"/>
          <p:nvPr/>
        </p:nvSpPr>
        <p:spPr>
          <a:xfrm>
            <a:off x="838200" y="2001658"/>
            <a:ext cx="10795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Analysis of algorithmic efficiency: Asymptotic notations and their properties</a:t>
            </a:r>
            <a:r>
              <a:rPr lang="en-US" sz="2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1370</Words>
  <Application>Microsoft Office PowerPoint</Application>
  <PresentationFormat>Widescreen</PresentationFormat>
  <Paragraphs>218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Arial Unicode MS</vt:lpstr>
      <vt:lpstr>Calibri</vt:lpstr>
      <vt:lpstr>Georgia</vt:lpstr>
      <vt:lpstr>Tahoma</vt:lpstr>
      <vt:lpstr>Times New Roman</vt:lpstr>
      <vt:lpstr>Wingdings</vt:lpstr>
      <vt:lpstr>Office Theme</vt:lpstr>
      <vt:lpstr>Algorithm efficiency – Time &amp; space complexity, order of growth    Session No.: 03 Course Name: Design and Analysis of Algorithms Course Code: R1UC407B   Instructor Name: Rakesh Bharati Duration: 50 mins Date of Conduction of Class: /02/2026</vt:lpstr>
      <vt:lpstr>PowerPoint Presentation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Next Session: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RAKESH BHARATI</cp:lastModifiedBy>
  <cp:revision>403</cp:revision>
  <dcterms:created xsi:type="dcterms:W3CDTF">2024-08-22T06:33:55Z</dcterms:created>
  <dcterms:modified xsi:type="dcterms:W3CDTF">2026-02-19T08:32:56Z</dcterms:modified>
</cp:coreProperties>
</file>