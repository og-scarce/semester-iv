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diagrams/layout1.xml" ContentType="application/vnd.openxmlformats-officedocument.drawingml.diagram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71" r:id="rId4"/>
    <p:sldId id="273" r:id="rId5"/>
    <p:sldId id="272" r:id="rId6"/>
    <p:sldId id="283" r:id="rId7"/>
    <p:sldId id="274" r:id="rId8"/>
    <p:sldId id="275" r:id="rId9"/>
    <p:sldId id="276" r:id="rId10"/>
    <p:sldId id="284" r:id="rId11"/>
    <p:sldId id="277" r:id="rId12"/>
    <p:sldId id="286" r:id="rId13"/>
    <p:sldId id="295" r:id="rId14"/>
    <p:sldId id="287" r:id="rId15"/>
    <p:sldId id="288" r:id="rId16"/>
    <p:sldId id="278" r:id="rId17"/>
    <p:sldId id="279" r:id="rId18"/>
    <p:sldId id="293" r:id="rId19"/>
    <p:sldId id="280" r:id="rId20"/>
    <p:sldId id="281" r:id="rId21"/>
    <p:sldId id="282" r:id="rId22"/>
    <p:sldId id="291" r:id="rId23"/>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016" autoAdjust="0"/>
    <p:restoredTop sz="94669"/>
  </p:normalViewPr>
  <p:slideViewPr>
    <p:cSldViewPr snapToGrid="0">
      <p:cViewPr varScale="1">
        <p:scale>
          <a:sx n="76" d="100"/>
          <a:sy n="76" d="100"/>
        </p:scale>
        <p:origin x="-869" y="-72"/>
      </p:cViewPr>
      <p:guideLst>
        <p:guide orient="horz" pos="2160"/>
        <p:guide pos="3840"/>
      </p:guideLst>
    </p:cSldViewPr>
  </p:slideViewPr>
  <p:notesTextViewPr>
    <p:cViewPr>
      <p:scale>
        <a:sx n="1" d="1"/>
        <a:sy n="1" d="1"/>
      </p:scale>
      <p:origin x="0" y="0"/>
    </p:cViewPr>
  </p:notesTextViewPr>
  <p:sorterViewPr>
    <p:cViewPr varScale="1">
      <p:scale>
        <a:sx n="100" d="100"/>
        <a:sy n="100"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72D59FB-0307-4C79-A89F-A972B0C0EDFA}" type="doc">
      <dgm:prSet loTypeId="urn:microsoft.com/office/officeart/2005/8/layout/lProcess3" loCatId="process" qsTypeId="urn:microsoft.com/office/officeart/2005/8/quickstyle/simple1" qsCatId="simple" csTypeId="urn:microsoft.com/office/officeart/2005/8/colors/accent1_2" csCatId="accent1"/>
      <dgm:spPr/>
      <dgm:t>
        <a:bodyPr/>
        <a:lstStyle/>
        <a:p>
          <a:endParaRPr lang="en-IN"/>
        </a:p>
      </dgm:t>
    </dgm:pt>
    <dgm:pt modelId="{B5DCBD29-0D5E-4DA1-ACA7-1F9C866AAFC1}">
      <dgm:prSet/>
      <dgm:spPr/>
      <dgm:t>
        <a:bodyPr/>
        <a:lstStyle/>
        <a:p>
          <a:r>
            <a:rPr lang="en-IN" b="1">
              <a:latin typeface="Times New Roman" pitchFamily="18" charset="0"/>
              <a:cs typeface="Times New Roman" pitchFamily="18" charset="0"/>
            </a:rPr>
            <a:t>Recap of Expectations:</a:t>
          </a:r>
          <a:endParaRPr lang="en-IN">
            <a:latin typeface="Times New Roman" pitchFamily="18" charset="0"/>
            <a:cs typeface="Times New Roman" pitchFamily="18" charset="0"/>
          </a:endParaRPr>
        </a:p>
      </dgm:t>
    </dgm:pt>
    <dgm:pt modelId="{931DC814-B0FE-4612-A416-63345EBAF39C}" type="parTrans" cxnId="{9D042BA0-E310-4BEA-8F2D-85732DE2C0A1}">
      <dgm:prSet/>
      <dgm:spPr/>
      <dgm:t>
        <a:bodyPr/>
        <a:lstStyle/>
        <a:p>
          <a:endParaRPr lang="en-IN"/>
        </a:p>
      </dgm:t>
    </dgm:pt>
    <dgm:pt modelId="{56EEDA5F-BC32-48F0-A665-FFFA3AE07B38}" type="sibTrans" cxnId="{9D042BA0-E310-4BEA-8F2D-85732DE2C0A1}">
      <dgm:prSet/>
      <dgm:spPr/>
      <dgm:t>
        <a:bodyPr/>
        <a:lstStyle/>
        <a:p>
          <a:endParaRPr lang="en-IN"/>
        </a:p>
      </dgm:t>
    </dgm:pt>
    <dgm:pt modelId="{605BC057-1600-486B-9266-4FC89CBC3A81}">
      <dgm:prSet/>
      <dgm:spPr/>
      <dgm:t>
        <a:bodyPr/>
        <a:lstStyle/>
        <a:p>
          <a:r>
            <a:rPr lang="en-IN">
              <a:latin typeface="Times New Roman" pitchFamily="18" charset="0"/>
              <a:cs typeface="Times New Roman" pitchFamily="18" charset="0"/>
            </a:rPr>
            <a:t>Active participation </a:t>
          </a:r>
        </a:p>
      </dgm:t>
    </dgm:pt>
    <dgm:pt modelId="{5AF48D05-6B1F-46D2-8319-9F54E5C0B8DC}" type="parTrans" cxnId="{BA7C194A-13E1-4467-B40B-0309D4828D0A}">
      <dgm:prSet/>
      <dgm:spPr/>
      <dgm:t>
        <a:bodyPr/>
        <a:lstStyle/>
        <a:p>
          <a:endParaRPr lang="en-IN"/>
        </a:p>
      </dgm:t>
    </dgm:pt>
    <dgm:pt modelId="{58C8523D-6441-45A8-81F6-A7AF1B4F4433}" type="sibTrans" cxnId="{BA7C194A-13E1-4467-B40B-0309D4828D0A}">
      <dgm:prSet/>
      <dgm:spPr/>
      <dgm:t>
        <a:bodyPr/>
        <a:lstStyle/>
        <a:p>
          <a:endParaRPr lang="en-IN"/>
        </a:p>
      </dgm:t>
    </dgm:pt>
    <dgm:pt modelId="{95A66AF0-14A6-43AA-9714-09EA84F694C7}">
      <dgm:prSet/>
      <dgm:spPr/>
      <dgm:t>
        <a:bodyPr/>
        <a:lstStyle/>
        <a:p>
          <a:r>
            <a:rPr lang="en-IN">
              <a:latin typeface="Times New Roman" pitchFamily="18" charset="0"/>
              <a:cs typeface="Times New Roman" pitchFamily="18" charset="0"/>
            </a:rPr>
            <a:t>Consistent Efforts</a:t>
          </a:r>
        </a:p>
      </dgm:t>
    </dgm:pt>
    <dgm:pt modelId="{5F60CCE3-0301-4257-BB36-CB85DBDF11EC}" type="parTrans" cxnId="{75209D4B-AFDE-4D6F-A822-5E66400E36F2}">
      <dgm:prSet/>
      <dgm:spPr/>
      <dgm:t>
        <a:bodyPr/>
        <a:lstStyle/>
        <a:p>
          <a:endParaRPr lang="en-IN"/>
        </a:p>
      </dgm:t>
    </dgm:pt>
    <dgm:pt modelId="{B3B4A87D-17AF-4B76-8A28-E9F686087A44}" type="sibTrans" cxnId="{75209D4B-AFDE-4D6F-A822-5E66400E36F2}">
      <dgm:prSet/>
      <dgm:spPr/>
      <dgm:t>
        <a:bodyPr/>
        <a:lstStyle/>
        <a:p>
          <a:endParaRPr lang="en-IN"/>
        </a:p>
      </dgm:t>
    </dgm:pt>
    <dgm:pt modelId="{027A20F6-CF5A-4652-B27D-A0419CE3CF1E}">
      <dgm:prSet/>
      <dgm:spPr/>
      <dgm:t>
        <a:bodyPr/>
        <a:lstStyle/>
        <a:p>
          <a:r>
            <a:rPr lang="en-IN">
              <a:latin typeface="Times New Roman" pitchFamily="18" charset="0"/>
              <a:cs typeface="Times New Roman" pitchFamily="18" charset="0"/>
            </a:rPr>
            <a:t>Collaborative Learning</a:t>
          </a:r>
        </a:p>
      </dgm:t>
    </dgm:pt>
    <dgm:pt modelId="{31621200-EB80-415A-962D-E80E140C13CA}" type="parTrans" cxnId="{EABBF998-1275-4AAC-BE1F-7C3AD4E19512}">
      <dgm:prSet/>
      <dgm:spPr/>
      <dgm:t>
        <a:bodyPr/>
        <a:lstStyle/>
        <a:p>
          <a:endParaRPr lang="en-IN"/>
        </a:p>
      </dgm:t>
    </dgm:pt>
    <dgm:pt modelId="{D5D5E966-0973-417B-A18C-158B77D5C16F}" type="sibTrans" cxnId="{EABBF998-1275-4AAC-BE1F-7C3AD4E19512}">
      <dgm:prSet/>
      <dgm:spPr/>
      <dgm:t>
        <a:bodyPr/>
        <a:lstStyle/>
        <a:p>
          <a:endParaRPr lang="en-IN"/>
        </a:p>
      </dgm:t>
    </dgm:pt>
    <dgm:pt modelId="{BEA5A2AF-AB4A-45A6-9BEF-92504046B467}">
      <dgm:prSet/>
      <dgm:spPr/>
      <dgm:t>
        <a:bodyPr/>
        <a:lstStyle/>
        <a:p>
          <a:r>
            <a:rPr lang="en-IN">
              <a:latin typeface="Times New Roman" pitchFamily="18" charset="0"/>
              <a:cs typeface="Times New Roman" pitchFamily="18" charset="0"/>
            </a:rPr>
            <a:t>Critical Thinking</a:t>
          </a:r>
        </a:p>
      </dgm:t>
    </dgm:pt>
    <dgm:pt modelId="{CD82B349-DD7A-468F-8FB9-D43544D10995}" type="parTrans" cxnId="{05EAD3AA-9273-4F0E-BCF5-B6CE5C77F782}">
      <dgm:prSet/>
      <dgm:spPr/>
      <dgm:t>
        <a:bodyPr/>
        <a:lstStyle/>
        <a:p>
          <a:endParaRPr lang="en-IN"/>
        </a:p>
      </dgm:t>
    </dgm:pt>
    <dgm:pt modelId="{19ED3CA2-1493-4C36-97DB-D8231755DB41}" type="sibTrans" cxnId="{05EAD3AA-9273-4F0E-BCF5-B6CE5C77F782}">
      <dgm:prSet/>
      <dgm:spPr/>
      <dgm:t>
        <a:bodyPr/>
        <a:lstStyle/>
        <a:p>
          <a:endParaRPr lang="en-IN"/>
        </a:p>
      </dgm:t>
    </dgm:pt>
    <dgm:pt modelId="{801D542A-96D8-45C3-806A-9D759ABDFD50}" type="pres">
      <dgm:prSet presAssocID="{F72D59FB-0307-4C79-A89F-A972B0C0EDFA}" presName="Name0" presStyleCnt="0">
        <dgm:presLayoutVars>
          <dgm:chPref val="3"/>
          <dgm:dir/>
          <dgm:animLvl val="lvl"/>
          <dgm:resizeHandles/>
        </dgm:presLayoutVars>
      </dgm:prSet>
      <dgm:spPr/>
      <dgm:t>
        <a:bodyPr/>
        <a:lstStyle/>
        <a:p>
          <a:endParaRPr lang="en-US"/>
        </a:p>
      </dgm:t>
    </dgm:pt>
    <dgm:pt modelId="{5232CB98-796F-4374-8941-55F6787AC3DF}" type="pres">
      <dgm:prSet presAssocID="{B5DCBD29-0D5E-4DA1-ACA7-1F9C866AAFC1}" presName="horFlow" presStyleCnt="0"/>
      <dgm:spPr/>
    </dgm:pt>
    <dgm:pt modelId="{5BAB17F3-1F70-40F9-AEA7-C71E8BF9B3F0}" type="pres">
      <dgm:prSet presAssocID="{B5DCBD29-0D5E-4DA1-ACA7-1F9C866AAFC1}" presName="bigChev" presStyleLbl="node1" presStyleIdx="0" presStyleCnt="1"/>
      <dgm:spPr/>
      <dgm:t>
        <a:bodyPr/>
        <a:lstStyle/>
        <a:p>
          <a:endParaRPr lang="en-US"/>
        </a:p>
      </dgm:t>
    </dgm:pt>
    <dgm:pt modelId="{A49CCA12-BAB8-4F56-AF43-93CAC34FD31A}" type="pres">
      <dgm:prSet presAssocID="{5AF48D05-6B1F-46D2-8319-9F54E5C0B8DC}" presName="parTrans" presStyleCnt="0"/>
      <dgm:spPr/>
    </dgm:pt>
    <dgm:pt modelId="{76885B97-8744-480B-9101-99650604ECF8}" type="pres">
      <dgm:prSet presAssocID="{605BC057-1600-486B-9266-4FC89CBC3A81}" presName="node" presStyleLbl="alignAccFollowNode1" presStyleIdx="0" presStyleCnt="4">
        <dgm:presLayoutVars>
          <dgm:bulletEnabled val="1"/>
        </dgm:presLayoutVars>
      </dgm:prSet>
      <dgm:spPr/>
      <dgm:t>
        <a:bodyPr/>
        <a:lstStyle/>
        <a:p>
          <a:endParaRPr lang="en-US"/>
        </a:p>
      </dgm:t>
    </dgm:pt>
    <dgm:pt modelId="{A8908DE3-9CDB-45B2-9CC1-CF2458CD5CB5}" type="pres">
      <dgm:prSet presAssocID="{58C8523D-6441-45A8-81F6-A7AF1B4F4433}" presName="sibTrans" presStyleCnt="0"/>
      <dgm:spPr/>
    </dgm:pt>
    <dgm:pt modelId="{18A5F38C-A1DF-4975-A822-A1ED51F15E3D}" type="pres">
      <dgm:prSet presAssocID="{95A66AF0-14A6-43AA-9714-09EA84F694C7}" presName="node" presStyleLbl="alignAccFollowNode1" presStyleIdx="1" presStyleCnt="4">
        <dgm:presLayoutVars>
          <dgm:bulletEnabled val="1"/>
        </dgm:presLayoutVars>
      </dgm:prSet>
      <dgm:spPr/>
      <dgm:t>
        <a:bodyPr/>
        <a:lstStyle/>
        <a:p>
          <a:endParaRPr lang="en-US"/>
        </a:p>
      </dgm:t>
    </dgm:pt>
    <dgm:pt modelId="{0A25117B-7A69-4043-8370-1249E4C56256}" type="pres">
      <dgm:prSet presAssocID="{B3B4A87D-17AF-4B76-8A28-E9F686087A44}" presName="sibTrans" presStyleCnt="0"/>
      <dgm:spPr/>
    </dgm:pt>
    <dgm:pt modelId="{92B958AC-F41B-4938-B1A7-C96E140F78BC}" type="pres">
      <dgm:prSet presAssocID="{027A20F6-CF5A-4652-B27D-A0419CE3CF1E}" presName="node" presStyleLbl="alignAccFollowNode1" presStyleIdx="2" presStyleCnt="4">
        <dgm:presLayoutVars>
          <dgm:bulletEnabled val="1"/>
        </dgm:presLayoutVars>
      </dgm:prSet>
      <dgm:spPr/>
      <dgm:t>
        <a:bodyPr/>
        <a:lstStyle/>
        <a:p>
          <a:endParaRPr lang="en-US"/>
        </a:p>
      </dgm:t>
    </dgm:pt>
    <dgm:pt modelId="{6E89EB59-E820-4C15-AED6-BC67001B4C8D}" type="pres">
      <dgm:prSet presAssocID="{D5D5E966-0973-417B-A18C-158B77D5C16F}" presName="sibTrans" presStyleCnt="0"/>
      <dgm:spPr/>
    </dgm:pt>
    <dgm:pt modelId="{650BFE6E-C65E-4EC0-9D51-743FF14B52F6}" type="pres">
      <dgm:prSet presAssocID="{BEA5A2AF-AB4A-45A6-9BEF-92504046B467}" presName="node" presStyleLbl="alignAccFollowNode1" presStyleIdx="3" presStyleCnt="4">
        <dgm:presLayoutVars>
          <dgm:bulletEnabled val="1"/>
        </dgm:presLayoutVars>
      </dgm:prSet>
      <dgm:spPr/>
      <dgm:t>
        <a:bodyPr/>
        <a:lstStyle/>
        <a:p>
          <a:endParaRPr lang="en-US"/>
        </a:p>
      </dgm:t>
    </dgm:pt>
  </dgm:ptLst>
  <dgm:cxnLst>
    <dgm:cxn modelId="{E160DCC9-7EE6-4551-9A3E-0A055D71BE45}" type="presOf" srcId="{95A66AF0-14A6-43AA-9714-09EA84F694C7}" destId="{18A5F38C-A1DF-4975-A822-A1ED51F15E3D}" srcOrd="0" destOrd="0" presId="urn:microsoft.com/office/officeart/2005/8/layout/lProcess3"/>
    <dgm:cxn modelId="{C4C614E6-2491-4CC3-A5C2-67D786670905}" type="presOf" srcId="{B5DCBD29-0D5E-4DA1-ACA7-1F9C866AAFC1}" destId="{5BAB17F3-1F70-40F9-AEA7-C71E8BF9B3F0}" srcOrd="0" destOrd="0" presId="urn:microsoft.com/office/officeart/2005/8/layout/lProcess3"/>
    <dgm:cxn modelId="{05EAD3AA-9273-4F0E-BCF5-B6CE5C77F782}" srcId="{B5DCBD29-0D5E-4DA1-ACA7-1F9C866AAFC1}" destId="{BEA5A2AF-AB4A-45A6-9BEF-92504046B467}" srcOrd="3" destOrd="0" parTransId="{CD82B349-DD7A-468F-8FB9-D43544D10995}" sibTransId="{19ED3CA2-1493-4C36-97DB-D8231755DB41}"/>
    <dgm:cxn modelId="{BA7C194A-13E1-4467-B40B-0309D4828D0A}" srcId="{B5DCBD29-0D5E-4DA1-ACA7-1F9C866AAFC1}" destId="{605BC057-1600-486B-9266-4FC89CBC3A81}" srcOrd="0" destOrd="0" parTransId="{5AF48D05-6B1F-46D2-8319-9F54E5C0B8DC}" sibTransId="{58C8523D-6441-45A8-81F6-A7AF1B4F4433}"/>
    <dgm:cxn modelId="{D23870C0-9E79-4316-88E5-025C5DB4B277}" type="presOf" srcId="{BEA5A2AF-AB4A-45A6-9BEF-92504046B467}" destId="{650BFE6E-C65E-4EC0-9D51-743FF14B52F6}" srcOrd="0" destOrd="0" presId="urn:microsoft.com/office/officeart/2005/8/layout/lProcess3"/>
    <dgm:cxn modelId="{9D042BA0-E310-4BEA-8F2D-85732DE2C0A1}" srcId="{F72D59FB-0307-4C79-A89F-A972B0C0EDFA}" destId="{B5DCBD29-0D5E-4DA1-ACA7-1F9C866AAFC1}" srcOrd="0" destOrd="0" parTransId="{931DC814-B0FE-4612-A416-63345EBAF39C}" sibTransId="{56EEDA5F-BC32-48F0-A665-FFFA3AE07B38}"/>
    <dgm:cxn modelId="{75209D4B-AFDE-4D6F-A822-5E66400E36F2}" srcId="{B5DCBD29-0D5E-4DA1-ACA7-1F9C866AAFC1}" destId="{95A66AF0-14A6-43AA-9714-09EA84F694C7}" srcOrd="1" destOrd="0" parTransId="{5F60CCE3-0301-4257-BB36-CB85DBDF11EC}" sibTransId="{B3B4A87D-17AF-4B76-8A28-E9F686087A44}"/>
    <dgm:cxn modelId="{E940DCAB-BE7C-4592-B9E5-DAF3115E59A4}" type="presOf" srcId="{F72D59FB-0307-4C79-A89F-A972B0C0EDFA}" destId="{801D542A-96D8-45C3-806A-9D759ABDFD50}" srcOrd="0" destOrd="0" presId="urn:microsoft.com/office/officeart/2005/8/layout/lProcess3"/>
    <dgm:cxn modelId="{AFA7A916-2C45-41A0-B7AC-EB097A93633E}" type="presOf" srcId="{605BC057-1600-486B-9266-4FC89CBC3A81}" destId="{76885B97-8744-480B-9101-99650604ECF8}" srcOrd="0" destOrd="0" presId="urn:microsoft.com/office/officeart/2005/8/layout/lProcess3"/>
    <dgm:cxn modelId="{9BD16B30-EF10-470E-BD52-15E3C7F7B890}" type="presOf" srcId="{027A20F6-CF5A-4652-B27D-A0419CE3CF1E}" destId="{92B958AC-F41B-4938-B1A7-C96E140F78BC}" srcOrd="0" destOrd="0" presId="urn:microsoft.com/office/officeart/2005/8/layout/lProcess3"/>
    <dgm:cxn modelId="{EABBF998-1275-4AAC-BE1F-7C3AD4E19512}" srcId="{B5DCBD29-0D5E-4DA1-ACA7-1F9C866AAFC1}" destId="{027A20F6-CF5A-4652-B27D-A0419CE3CF1E}" srcOrd="2" destOrd="0" parTransId="{31621200-EB80-415A-962D-E80E140C13CA}" sibTransId="{D5D5E966-0973-417B-A18C-158B77D5C16F}"/>
    <dgm:cxn modelId="{8A5359B4-7185-4EA6-935D-5F77DF6C48D8}" type="presParOf" srcId="{801D542A-96D8-45C3-806A-9D759ABDFD50}" destId="{5232CB98-796F-4374-8941-55F6787AC3DF}" srcOrd="0" destOrd="0" presId="urn:microsoft.com/office/officeart/2005/8/layout/lProcess3"/>
    <dgm:cxn modelId="{193B1716-F802-4367-9D4A-984050C8DFCF}" type="presParOf" srcId="{5232CB98-796F-4374-8941-55F6787AC3DF}" destId="{5BAB17F3-1F70-40F9-AEA7-C71E8BF9B3F0}" srcOrd="0" destOrd="0" presId="urn:microsoft.com/office/officeart/2005/8/layout/lProcess3"/>
    <dgm:cxn modelId="{5DE104C1-7CE8-4A27-A699-CD6A92E11694}" type="presParOf" srcId="{5232CB98-796F-4374-8941-55F6787AC3DF}" destId="{A49CCA12-BAB8-4F56-AF43-93CAC34FD31A}" srcOrd="1" destOrd="0" presId="urn:microsoft.com/office/officeart/2005/8/layout/lProcess3"/>
    <dgm:cxn modelId="{2FDAADEB-03F4-4139-8A97-7786D2B17858}" type="presParOf" srcId="{5232CB98-796F-4374-8941-55F6787AC3DF}" destId="{76885B97-8744-480B-9101-99650604ECF8}" srcOrd="2" destOrd="0" presId="urn:microsoft.com/office/officeart/2005/8/layout/lProcess3"/>
    <dgm:cxn modelId="{8E5CB973-A863-4C4C-B79C-B47BF2E52DCE}" type="presParOf" srcId="{5232CB98-796F-4374-8941-55F6787AC3DF}" destId="{A8908DE3-9CDB-45B2-9CC1-CF2458CD5CB5}" srcOrd="3" destOrd="0" presId="urn:microsoft.com/office/officeart/2005/8/layout/lProcess3"/>
    <dgm:cxn modelId="{EEF96F5E-CAF7-4C01-9594-B71EA62CA808}" type="presParOf" srcId="{5232CB98-796F-4374-8941-55F6787AC3DF}" destId="{18A5F38C-A1DF-4975-A822-A1ED51F15E3D}" srcOrd="4" destOrd="0" presId="urn:microsoft.com/office/officeart/2005/8/layout/lProcess3"/>
    <dgm:cxn modelId="{17B02DBD-4BEA-424B-943F-38EF27353CA1}" type="presParOf" srcId="{5232CB98-796F-4374-8941-55F6787AC3DF}" destId="{0A25117B-7A69-4043-8370-1249E4C56256}" srcOrd="5" destOrd="0" presId="urn:microsoft.com/office/officeart/2005/8/layout/lProcess3"/>
    <dgm:cxn modelId="{9BDADC69-7F66-41D8-B833-8B751E877176}" type="presParOf" srcId="{5232CB98-796F-4374-8941-55F6787AC3DF}" destId="{92B958AC-F41B-4938-B1A7-C96E140F78BC}" srcOrd="6" destOrd="0" presId="urn:microsoft.com/office/officeart/2005/8/layout/lProcess3"/>
    <dgm:cxn modelId="{3655BBA5-B0BA-477D-9C63-6DD5CA9E5898}" type="presParOf" srcId="{5232CB98-796F-4374-8941-55F6787AC3DF}" destId="{6E89EB59-E820-4C15-AED6-BC67001B4C8D}" srcOrd="7" destOrd="0" presId="urn:microsoft.com/office/officeart/2005/8/layout/lProcess3"/>
    <dgm:cxn modelId="{12C661FE-90D3-4830-ACCB-2617FFEE66C3}" type="presParOf" srcId="{5232CB98-796F-4374-8941-55F6787AC3DF}" destId="{650BFE6E-C65E-4EC0-9D51-743FF14B52F6}" srcOrd="8" destOrd="0" presId="urn:microsoft.com/office/officeart/2005/8/layout/lProcess3"/>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AB17F3-1F70-40F9-AEA7-C71E8BF9B3F0}">
      <dsp:nvSpPr>
        <dsp:cNvPr id="0" name=""/>
        <dsp:cNvSpPr/>
      </dsp:nvSpPr>
      <dsp:spPr>
        <a:xfrm>
          <a:off x="1423" y="1318584"/>
          <a:ext cx="2842493" cy="1136997"/>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14605" rIns="0" bIns="14605" numCol="1" spcCol="1270" anchor="ctr" anchorCtr="0">
          <a:noAutofit/>
        </a:bodyPr>
        <a:lstStyle/>
        <a:p>
          <a:pPr marL="0" lvl="0" indent="0" algn="ctr" defTabSz="1022350">
            <a:lnSpc>
              <a:spcPct val="90000"/>
            </a:lnSpc>
            <a:spcBef>
              <a:spcPct val="0"/>
            </a:spcBef>
            <a:spcAft>
              <a:spcPct val="35000"/>
            </a:spcAft>
            <a:buNone/>
          </a:pPr>
          <a:r>
            <a:rPr lang="en-IN" sz="2300" b="1" kern="1200"/>
            <a:t>Recap of Expectations:</a:t>
          </a:r>
          <a:endParaRPr lang="en-IN" sz="2300" kern="1200"/>
        </a:p>
      </dsp:txBody>
      <dsp:txXfrm>
        <a:off x="569922" y="1318584"/>
        <a:ext cx="1705496" cy="1136997"/>
      </dsp:txXfrm>
    </dsp:sp>
    <dsp:sp modelId="{76885B97-8744-480B-9101-99650604ECF8}">
      <dsp:nvSpPr>
        <dsp:cNvPr id="0" name=""/>
        <dsp:cNvSpPr/>
      </dsp:nvSpPr>
      <dsp:spPr>
        <a:xfrm>
          <a:off x="2474392" y="1415229"/>
          <a:ext cx="2359269" cy="943707"/>
        </a:xfrm>
        <a:prstGeom prst="chevron">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12700" rIns="0" bIns="12700" numCol="1" spcCol="1270" anchor="ctr" anchorCtr="0">
          <a:noAutofit/>
        </a:bodyPr>
        <a:lstStyle/>
        <a:p>
          <a:pPr marL="0" lvl="0" indent="0" algn="ctr" defTabSz="889000">
            <a:lnSpc>
              <a:spcPct val="90000"/>
            </a:lnSpc>
            <a:spcBef>
              <a:spcPct val="0"/>
            </a:spcBef>
            <a:spcAft>
              <a:spcPct val="35000"/>
            </a:spcAft>
            <a:buNone/>
          </a:pPr>
          <a:r>
            <a:rPr lang="en-IN" sz="2000" kern="1200"/>
            <a:t>Active participation </a:t>
          </a:r>
        </a:p>
      </dsp:txBody>
      <dsp:txXfrm>
        <a:off x="2946246" y="1415229"/>
        <a:ext cx="1415562" cy="943707"/>
      </dsp:txXfrm>
    </dsp:sp>
    <dsp:sp modelId="{18A5F38C-A1DF-4975-A822-A1ED51F15E3D}">
      <dsp:nvSpPr>
        <dsp:cNvPr id="0" name=""/>
        <dsp:cNvSpPr/>
      </dsp:nvSpPr>
      <dsp:spPr>
        <a:xfrm>
          <a:off x="4503364" y="1415229"/>
          <a:ext cx="2359269" cy="943707"/>
        </a:xfrm>
        <a:prstGeom prst="chevron">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12700" rIns="0" bIns="12700" numCol="1" spcCol="1270" anchor="ctr" anchorCtr="0">
          <a:noAutofit/>
        </a:bodyPr>
        <a:lstStyle/>
        <a:p>
          <a:pPr marL="0" lvl="0" indent="0" algn="ctr" defTabSz="889000">
            <a:lnSpc>
              <a:spcPct val="90000"/>
            </a:lnSpc>
            <a:spcBef>
              <a:spcPct val="0"/>
            </a:spcBef>
            <a:spcAft>
              <a:spcPct val="35000"/>
            </a:spcAft>
            <a:buNone/>
          </a:pPr>
          <a:r>
            <a:rPr lang="en-IN" sz="2000" kern="1200"/>
            <a:t>Consistent Efforts</a:t>
          </a:r>
        </a:p>
      </dsp:txBody>
      <dsp:txXfrm>
        <a:off x="4975218" y="1415229"/>
        <a:ext cx="1415562" cy="943707"/>
      </dsp:txXfrm>
    </dsp:sp>
    <dsp:sp modelId="{92B958AC-F41B-4938-B1A7-C96E140F78BC}">
      <dsp:nvSpPr>
        <dsp:cNvPr id="0" name=""/>
        <dsp:cNvSpPr/>
      </dsp:nvSpPr>
      <dsp:spPr>
        <a:xfrm>
          <a:off x="6532335" y="1415229"/>
          <a:ext cx="2359269" cy="943707"/>
        </a:xfrm>
        <a:prstGeom prst="chevron">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12700" rIns="0" bIns="12700" numCol="1" spcCol="1270" anchor="ctr" anchorCtr="0">
          <a:noAutofit/>
        </a:bodyPr>
        <a:lstStyle/>
        <a:p>
          <a:pPr marL="0" lvl="0" indent="0" algn="ctr" defTabSz="889000">
            <a:lnSpc>
              <a:spcPct val="90000"/>
            </a:lnSpc>
            <a:spcBef>
              <a:spcPct val="0"/>
            </a:spcBef>
            <a:spcAft>
              <a:spcPct val="35000"/>
            </a:spcAft>
            <a:buNone/>
          </a:pPr>
          <a:r>
            <a:rPr lang="en-IN" sz="2000" kern="1200"/>
            <a:t>Collaborative Learning</a:t>
          </a:r>
        </a:p>
      </dsp:txBody>
      <dsp:txXfrm>
        <a:off x="7004189" y="1415229"/>
        <a:ext cx="1415562" cy="943707"/>
      </dsp:txXfrm>
    </dsp:sp>
    <dsp:sp modelId="{650BFE6E-C65E-4EC0-9D51-743FF14B52F6}">
      <dsp:nvSpPr>
        <dsp:cNvPr id="0" name=""/>
        <dsp:cNvSpPr/>
      </dsp:nvSpPr>
      <dsp:spPr>
        <a:xfrm>
          <a:off x="8561307" y="1415229"/>
          <a:ext cx="2359269" cy="943707"/>
        </a:xfrm>
        <a:prstGeom prst="chevron">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12700" rIns="0" bIns="12700" numCol="1" spcCol="1270" anchor="ctr" anchorCtr="0">
          <a:noAutofit/>
        </a:bodyPr>
        <a:lstStyle/>
        <a:p>
          <a:pPr marL="0" lvl="0" indent="0" algn="ctr" defTabSz="889000">
            <a:lnSpc>
              <a:spcPct val="90000"/>
            </a:lnSpc>
            <a:spcBef>
              <a:spcPct val="0"/>
            </a:spcBef>
            <a:spcAft>
              <a:spcPct val="35000"/>
            </a:spcAft>
            <a:buNone/>
          </a:pPr>
          <a:r>
            <a:rPr lang="en-IN" sz="2000" kern="1200"/>
            <a:t>Critical Thinking</a:t>
          </a:r>
        </a:p>
      </dsp:txBody>
      <dsp:txXfrm>
        <a:off x="9033161" y="1415229"/>
        <a:ext cx="1415562" cy="943707"/>
      </dsp:txXfrm>
    </dsp:sp>
  </dsp:spTree>
</dsp:drawing>
</file>

<file path=ppt/diagrams/layout1.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17B1B0E2-30CE-D900-F940-B1E8A468711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IN"/>
          </a:p>
        </p:txBody>
      </p:sp>
      <p:sp>
        <p:nvSpPr>
          <p:cNvPr id="3" name="Date Placeholder 2">
            <a:extLst>
              <a:ext uri="{FF2B5EF4-FFF2-40B4-BE49-F238E27FC236}">
                <a16:creationId xmlns:a16="http://schemas.microsoft.com/office/drawing/2014/main" xmlns="" id="{534209DB-6857-E365-F7DB-EEB2FD5BF48E}"/>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42C68A1C-1DDC-684E-BF3E-E766E84E43E1}" type="datetimeFigureOut">
              <a:rPr lang="en-IN"/>
              <a:pPr>
                <a:defRPr/>
              </a:pPr>
              <a:t>11-02-2026</a:t>
            </a:fld>
            <a:endParaRPr lang="en-IN"/>
          </a:p>
        </p:txBody>
      </p:sp>
      <p:sp>
        <p:nvSpPr>
          <p:cNvPr id="4" name="Slide Image Placeholder 3">
            <a:extLst>
              <a:ext uri="{FF2B5EF4-FFF2-40B4-BE49-F238E27FC236}">
                <a16:creationId xmlns:a16="http://schemas.microsoft.com/office/drawing/2014/main" xmlns="" id="{E755DEA7-A2CA-9067-1117-342440EEBAB0}"/>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a:extLst>
              <a:ext uri="{FF2B5EF4-FFF2-40B4-BE49-F238E27FC236}">
                <a16:creationId xmlns:a16="http://schemas.microsoft.com/office/drawing/2014/main" xmlns="" id="{1E8E45D4-7D8B-C807-1AFE-AF680B057C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a:extLst>
              <a:ext uri="{FF2B5EF4-FFF2-40B4-BE49-F238E27FC236}">
                <a16:creationId xmlns:a16="http://schemas.microsoft.com/office/drawing/2014/main" xmlns="" id="{CFF77524-B2A4-C7D0-AF23-D4992E8F1558}"/>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en-IN"/>
          </a:p>
        </p:txBody>
      </p:sp>
      <p:sp>
        <p:nvSpPr>
          <p:cNvPr id="7" name="Slide Number Placeholder 6">
            <a:extLst>
              <a:ext uri="{FF2B5EF4-FFF2-40B4-BE49-F238E27FC236}">
                <a16:creationId xmlns:a16="http://schemas.microsoft.com/office/drawing/2014/main" xmlns="" id="{033A813E-BAAF-5125-4ECE-69578AC92745}"/>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a:defRPr/>
            </a:pPr>
            <a:fld id="{CCA9D30B-90AD-E040-BD70-CF38C450C4CB}" type="slidenum">
              <a:rPr lang="en-IN"/>
              <a:pPr>
                <a:defRPr/>
              </a:pPr>
              <a:t>‹#›</a:t>
            </a:fld>
            <a:endParaRPr lang="en-I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a:extLst>
              <a:ext uri="{FF2B5EF4-FFF2-40B4-BE49-F238E27FC236}">
                <a16:creationId xmlns:a16="http://schemas.microsoft.com/office/drawing/2014/main" xmlns="" id="{468DAE48-79B4-4CEB-F4DC-DC3F8B7983A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4099" name="Notes Placeholder 2">
            <a:extLst>
              <a:ext uri="{FF2B5EF4-FFF2-40B4-BE49-F238E27FC236}">
                <a16:creationId xmlns:a16="http://schemas.microsoft.com/office/drawing/2014/main" xmlns="" id="{0F7CB742-B6F3-14A4-0D27-C3DD0C5068CD}"/>
              </a:ext>
            </a:extLst>
          </p:cNvPr>
          <p:cNvSpPr>
            <a:spLocks noGrp="1" noChangeArrowheads="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endParaRPr lang="en-IN" altLang="en-US"/>
          </a:p>
        </p:txBody>
      </p:sp>
      <p:sp>
        <p:nvSpPr>
          <p:cNvPr id="4100" name="Slide Number Placeholder 3">
            <a:extLst>
              <a:ext uri="{FF2B5EF4-FFF2-40B4-BE49-F238E27FC236}">
                <a16:creationId xmlns:a16="http://schemas.microsoft.com/office/drawing/2014/main" xmlns="" id="{A4B0AFC8-9146-BC87-B026-FFB69B710B07}"/>
              </a:ext>
            </a:extLst>
          </p:cNvPr>
          <p:cNvSpPr>
            <a:spLocks noGrp="1" noChangeArrowheads="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7E67C069-8EC0-E14F-AD64-C1273D082DE1}" type="slidenum">
              <a:rPr lang="en-IN" altLang="en-US" smtClean="0"/>
              <a:pPr/>
              <a:t>1</a:t>
            </a:fld>
            <a:endParaRPr lang="en-I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94C46BFB-E92E-56C9-FBCA-7C3A68B0A7B4}"/>
              </a:ext>
            </a:extLst>
          </p:cNvPr>
          <p:cNvSpPr>
            <a:spLocks noGrp="1"/>
          </p:cNvSpPr>
          <p:nvPr>
            <p:ph type="dt" sz="half" idx="10"/>
          </p:nvPr>
        </p:nvSpPr>
        <p:spPr/>
        <p:txBody>
          <a:bodyPr/>
          <a:lstStyle>
            <a:lvl1pPr>
              <a:defRPr/>
            </a:lvl1pPr>
          </a:lstStyle>
          <a:p>
            <a:pPr>
              <a:defRPr/>
            </a:pPr>
            <a:fld id="{274CB56C-1F46-094E-876F-4939416B545A}" type="datetime1">
              <a:rPr lang="en-IN"/>
              <a:pPr>
                <a:defRPr/>
              </a:pPr>
              <a:t>11-02-2026</a:t>
            </a:fld>
            <a:endParaRPr lang="en-IN"/>
          </a:p>
        </p:txBody>
      </p:sp>
      <p:sp>
        <p:nvSpPr>
          <p:cNvPr id="5" name="Footer Placeholder 4">
            <a:extLst>
              <a:ext uri="{FF2B5EF4-FFF2-40B4-BE49-F238E27FC236}">
                <a16:creationId xmlns:a16="http://schemas.microsoft.com/office/drawing/2014/main" xmlns="" id="{273B5876-DC2A-6A15-4DD7-F389A8528E86}"/>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xmlns="" id="{6F10F043-E0D0-43D9-655D-DAF144D9F599}"/>
              </a:ext>
            </a:extLst>
          </p:cNvPr>
          <p:cNvSpPr>
            <a:spLocks noGrp="1"/>
          </p:cNvSpPr>
          <p:nvPr>
            <p:ph type="sldNum" sz="quarter" idx="12"/>
          </p:nvPr>
        </p:nvSpPr>
        <p:spPr/>
        <p:txBody>
          <a:bodyPr/>
          <a:lstStyle>
            <a:lvl1pPr>
              <a:defRPr/>
            </a:lvl1pPr>
          </a:lstStyle>
          <a:p>
            <a:pPr>
              <a:defRPr/>
            </a:pPr>
            <a:fld id="{972A0A97-A648-9F4A-B2AF-255F4978A46E}" type="slidenum">
              <a:rPr lang="en-IN"/>
              <a:pPr>
                <a:defRPr/>
              </a:pPr>
              <a:t>‹#›</a:t>
            </a:fld>
            <a:endParaRPr lang="en-IN"/>
          </a:p>
        </p:txBody>
      </p:sp>
    </p:spTree>
    <p:extLst>
      <p:ext uri="{BB962C8B-B14F-4D97-AF65-F5344CB8AC3E}">
        <p14:creationId xmlns:p14="http://schemas.microsoft.com/office/powerpoint/2010/main" xmlns="" val="353213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EFB936DB-E654-94B6-1A2B-7B625D47CAF7}"/>
              </a:ext>
            </a:extLst>
          </p:cNvPr>
          <p:cNvSpPr>
            <a:spLocks noGrp="1"/>
          </p:cNvSpPr>
          <p:nvPr>
            <p:ph type="dt" sz="half" idx="10"/>
          </p:nvPr>
        </p:nvSpPr>
        <p:spPr/>
        <p:txBody>
          <a:bodyPr/>
          <a:lstStyle>
            <a:lvl1pPr>
              <a:defRPr/>
            </a:lvl1pPr>
          </a:lstStyle>
          <a:p>
            <a:pPr>
              <a:defRPr/>
            </a:pPr>
            <a:fld id="{CDBFC74A-F422-134A-A281-E185E45B3A0A}" type="datetime1">
              <a:rPr lang="en-IN"/>
              <a:pPr>
                <a:defRPr/>
              </a:pPr>
              <a:t>11-02-2026</a:t>
            </a:fld>
            <a:endParaRPr lang="en-IN"/>
          </a:p>
        </p:txBody>
      </p:sp>
      <p:sp>
        <p:nvSpPr>
          <p:cNvPr id="5" name="Footer Placeholder 4">
            <a:extLst>
              <a:ext uri="{FF2B5EF4-FFF2-40B4-BE49-F238E27FC236}">
                <a16:creationId xmlns:a16="http://schemas.microsoft.com/office/drawing/2014/main" xmlns="" id="{6F521984-DD8F-7D2A-B7C3-5D124083E6E8}"/>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xmlns="" id="{5DD3DD54-275B-B628-EE2D-DA8CA6AFB09C}"/>
              </a:ext>
            </a:extLst>
          </p:cNvPr>
          <p:cNvSpPr>
            <a:spLocks noGrp="1"/>
          </p:cNvSpPr>
          <p:nvPr>
            <p:ph type="sldNum" sz="quarter" idx="12"/>
          </p:nvPr>
        </p:nvSpPr>
        <p:spPr/>
        <p:txBody>
          <a:bodyPr/>
          <a:lstStyle>
            <a:lvl1pPr>
              <a:defRPr/>
            </a:lvl1pPr>
          </a:lstStyle>
          <a:p>
            <a:pPr>
              <a:defRPr/>
            </a:pPr>
            <a:fld id="{174023FD-B514-394D-81B0-1CC92CC09159}" type="slidenum">
              <a:rPr lang="en-IN"/>
              <a:pPr>
                <a:defRPr/>
              </a:pPr>
              <a:t>‹#›</a:t>
            </a:fld>
            <a:endParaRPr lang="en-IN"/>
          </a:p>
        </p:txBody>
      </p:sp>
    </p:spTree>
    <p:extLst>
      <p:ext uri="{BB962C8B-B14F-4D97-AF65-F5344CB8AC3E}">
        <p14:creationId xmlns:p14="http://schemas.microsoft.com/office/powerpoint/2010/main" xmlns="" val="682596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6FBC7B94-415D-E111-251B-3232775EA60C}"/>
              </a:ext>
            </a:extLst>
          </p:cNvPr>
          <p:cNvSpPr>
            <a:spLocks noGrp="1"/>
          </p:cNvSpPr>
          <p:nvPr>
            <p:ph type="dt" sz="half" idx="10"/>
          </p:nvPr>
        </p:nvSpPr>
        <p:spPr/>
        <p:txBody>
          <a:bodyPr/>
          <a:lstStyle>
            <a:lvl1pPr>
              <a:defRPr/>
            </a:lvl1pPr>
          </a:lstStyle>
          <a:p>
            <a:pPr>
              <a:defRPr/>
            </a:pPr>
            <a:fld id="{CBCCE097-C274-3140-BC3C-BE8508923085}" type="datetime1">
              <a:rPr lang="en-IN"/>
              <a:pPr>
                <a:defRPr/>
              </a:pPr>
              <a:t>11-02-2026</a:t>
            </a:fld>
            <a:endParaRPr lang="en-IN"/>
          </a:p>
        </p:txBody>
      </p:sp>
      <p:sp>
        <p:nvSpPr>
          <p:cNvPr id="5" name="Footer Placeholder 4">
            <a:extLst>
              <a:ext uri="{FF2B5EF4-FFF2-40B4-BE49-F238E27FC236}">
                <a16:creationId xmlns:a16="http://schemas.microsoft.com/office/drawing/2014/main" xmlns="" id="{F2F44531-C234-8468-783C-3D65714FDCA4}"/>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xmlns="" id="{CDD16196-29F8-C00F-CD35-C3A63FFEFE07}"/>
              </a:ext>
            </a:extLst>
          </p:cNvPr>
          <p:cNvSpPr>
            <a:spLocks noGrp="1"/>
          </p:cNvSpPr>
          <p:nvPr>
            <p:ph type="sldNum" sz="quarter" idx="12"/>
          </p:nvPr>
        </p:nvSpPr>
        <p:spPr/>
        <p:txBody>
          <a:bodyPr/>
          <a:lstStyle>
            <a:lvl1pPr>
              <a:defRPr/>
            </a:lvl1pPr>
          </a:lstStyle>
          <a:p>
            <a:pPr>
              <a:defRPr/>
            </a:pPr>
            <a:fld id="{E57858C5-9D1B-E245-92F5-04A7EB0859ED}" type="slidenum">
              <a:rPr lang="en-IN"/>
              <a:pPr>
                <a:defRPr/>
              </a:pPr>
              <a:t>‹#›</a:t>
            </a:fld>
            <a:endParaRPr lang="en-IN"/>
          </a:p>
        </p:txBody>
      </p:sp>
    </p:spTree>
    <p:extLst>
      <p:ext uri="{BB962C8B-B14F-4D97-AF65-F5344CB8AC3E}">
        <p14:creationId xmlns:p14="http://schemas.microsoft.com/office/powerpoint/2010/main" xmlns="" val="139789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3">
            <a:extLst>
              <a:ext uri="{FF2B5EF4-FFF2-40B4-BE49-F238E27FC236}">
                <a16:creationId xmlns:a16="http://schemas.microsoft.com/office/drawing/2014/main" xmlns="" id="{86F5E69D-37EC-0A4B-9675-1936252DB804}"/>
              </a:ext>
            </a:extLst>
          </p:cNvPr>
          <p:cNvSpPr>
            <a:spLocks noGrp="1"/>
          </p:cNvSpPr>
          <p:nvPr>
            <p:ph type="dt" sz="half" idx="10"/>
          </p:nvPr>
        </p:nvSpPr>
        <p:spPr/>
        <p:txBody>
          <a:bodyPr/>
          <a:lstStyle>
            <a:lvl1pPr>
              <a:defRPr/>
            </a:lvl1pPr>
          </a:lstStyle>
          <a:p>
            <a:pPr>
              <a:defRPr/>
            </a:pPr>
            <a:fld id="{3F237A2E-6BF6-B84B-9802-C0E7289D8F09}" type="datetime1">
              <a:rPr lang="en-IN"/>
              <a:pPr>
                <a:defRPr/>
              </a:pPr>
              <a:t>11-02-2026</a:t>
            </a:fld>
            <a:endParaRPr lang="en-IN"/>
          </a:p>
        </p:txBody>
      </p:sp>
      <p:sp>
        <p:nvSpPr>
          <p:cNvPr id="6" name="Footer Placeholder 4">
            <a:extLst>
              <a:ext uri="{FF2B5EF4-FFF2-40B4-BE49-F238E27FC236}">
                <a16:creationId xmlns:a16="http://schemas.microsoft.com/office/drawing/2014/main" xmlns="" id="{890C8842-0890-54CE-9A9F-4E8E3F29FBAA}"/>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xmlns="" id="{5D83B86C-71B8-0713-7C5A-AAE0813457D1}"/>
              </a:ext>
            </a:extLst>
          </p:cNvPr>
          <p:cNvSpPr>
            <a:spLocks noGrp="1"/>
          </p:cNvSpPr>
          <p:nvPr>
            <p:ph type="sldNum" sz="quarter" idx="12"/>
          </p:nvPr>
        </p:nvSpPr>
        <p:spPr/>
        <p:txBody>
          <a:bodyPr/>
          <a:lstStyle>
            <a:lvl1pPr>
              <a:defRPr/>
            </a:lvl1pPr>
          </a:lstStyle>
          <a:p>
            <a:pPr>
              <a:defRPr/>
            </a:pPr>
            <a:fld id="{F0CC5AA4-3FFE-F542-BED6-0C16B49A35EA}" type="slidenum">
              <a:rPr lang="en-IN"/>
              <a:pPr>
                <a:defRPr/>
              </a:pPr>
              <a:t>‹#›</a:t>
            </a:fld>
            <a:endParaRPr lang="en-IN"/>
          </a:p>
        </p:txBody>
      </p:sp>
    </p:spTree>
    <p:extLst>
      <p:ext uri="{BB962C8B-B14F-4D97-AF65-F5344CB8AC3E}">
        <p14:creationId xmlns:p14="http://schemas.microsoft.com/office/powerpoint/2010/main" xmlns="" val="1866936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3">
            <a:extLst>
              <a:ext uri="{FF2B5EF4-FFF2-40B4-BE49-F238E27FC236}">
                <a16:creationId xmlns:a16="http://schemas.microsoft.com/office/drawing/2014/main" xmlns="" id="{F6EECF68-643C-DD0F-9A90-3B01CB01F54F}"/>
              </a:ext>
            </a:extLst>
          </p:cNvPr>
          <p:cNvSpPr>
            <a:spLocks noGrp="1"/>
          </p:cNvSpPr>
          <p:nvPr>
            <p:ph type="dt" sz="half" idx="10"/>
          </p:nvPr>
        </p:nvSpPr>
        <p:spPr/>
        <p:txBody>
          <a:bodyPr/>
          <a:lstStyle>
            <a:lvl1pPr>
              <a:defRPr/>
            </a:lvl1pPr>
          </a:lstStyle>
          <a:p>
            <a:pPr>
              <a:defRPr/>
            </a:pPr>
            <a:fld id="{7BDFC22A-8A4E-8A4C-AACD-51F4A9C7CEA3}" type="datetime1">
              <a:rPr lang="en-IN"/>
              <a:pPr>
                <a:defRPr/>
              </a:pPr>
              <a:t>11-02-2026</a:t>
            </a:fld>
            <a:endParaRPr lang="en-IN"/>
          </a:p>
        </p:txBody>
      </p:sp>
      <p:sp>
        <p:nvSpPr>
          <p:cNvPr id="8" name="Footer Placeholder 4">
            <a:extLst>
              <a:ext uri="{FF2B5EF4-FFF2-40B4-BE49-F238E27FC236}">
                <a16:creationId xmlns:a16="http://schemas.microsoft.com/office/drawing/2014/main" xmlns="" id="{B7463B28-7F92-C5CF-8C3D-665FBC557F98}"/>
              </a:ext>
            </a:extLst>
          </p:cNvPr>
          <p:cNvSpPr>
            <a:spLocks noGrp="1"/>
          </p:cNvSpPr>
          <p:nvPr>
            <p:ph type="ftr" sz="quarter" idx="11"/>
          </p:nvPr>
        </p:nvSpPr>
        <p:spPr/>
        <p:txBody>
          <a:bodyPr/>
          <a:lstStyle>
            <a:lvl1pPr>
              <a:defRPr/>
            </a:lvl1pPr>
          </a:lstStyle>
          <a:p>
            <a:pPr>
              <a:defRPr/>
            </a:pPr>
            <a:endParaRPr lang="en-IN"/>
          </a:p>
        </p:txBody>
      </p:sp>
      <p:sp>
        <p:nvSpPr>
          <p:cNvPr id="9" name="Slide Number Placeholder 5">
            <a:extLst>
              <a:ext uri="{FF2B5EF4-FFF2-40B4-BE49-F238E27FC236}">
                <a16:creationId xmlns:a16="http://schemas.microsoft.com/office/drawing/2014/main" xmlns="" id="{13C379F2-33EA-ADD1-CE6D-4232823FF6B3}"/>
              </a:ext>
            </a:extLst>
          </p:cNvPr>
          <p:cNvSpPr>
            <a:spLocks noGrp="1"/>
          </p:cNvSpPr>
          <p:nvPr>
            <p:ph type="sldNum" sz="quarter" idx="12"/>
          </p:nvPr>
        </p:nvSpPr>
        <p:spPr/>
        <p:txBody>
          <a:bodyPr/>
          <a:lstStyle>
            <a:lvl1pPr>
              <a:defRPr/>
            </a:lvl1pPr>
          </a:lstStyle>
          <a:p>
            <a:pPr>
              <a:defRPr/>
            </a:pPr>
            <a:fld id="{52C53AFC-93EA-A148-AF18-BF74198E9561}" type="slidenum">
              <a:rPr lang="en-IN"/>
              <a:pPr>
                <a:defRPr/>
              </a:pPr>
              <a:t>‹#›</a:t>
            </a:fld>
            <a:endParaRPr lang="en-IN"/>
          </a:p>
        </p:txBody>
      </p:sp>
    </p:spTree>
    <p:extLst>
      <p:ext uri="{BB962C8B-B14F-4D97-AF65-F5344CB8AC3E}">
        <p14:creationId xmlns:p14="http://schemas.microsoft.com/office/powerpoint/2010/main" xmlns="" val="32053612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3">
            <a:extLst>
              <a:ext uri="{FF2B5EF4-FFF2-40B4-BE49-F238E27FC236}">
                <a16:creationId xmlns:a16="http://schemas.microsoft.com/office/drawing/2014/main" xmlns="" id="{069F9F4E-537C-092F-9CF4-8254839441A1}"/>
              </a:ext>
            </a:extLst>
          </p:cNvPr>
          <p:cNvSpPr>
            <a:spLocks noGrp="1"/>
          </p:cNvSpPr>
          <p:nvPr>
            <p:ph type="dt" sz="half" idx="10"/>
          </p:nvPr>
        </p:nvSpPr>
        <p:spPr/>
        <p:txBody>
          <a:bodyPr/>
          <a:lstStyle>
            <a:lvl1pPr>
              <a:defRPr/>
            </a:lvl1pPr>
          </a:lstStyle>
          <a:p>
            <a:pPr>
              <a:defRPr/>
            </a:pPr>
            <a:fld id="{2BF23D20-6060-0647-9D2F-A85136192528}" type="datetime1">
              <a:rPr lang="en-IN"/>
              <a:pPr>
                <a:defRPr/>
              </a:pPr>
              <a:t>11-02-2026</a:t>
            </a:fld>
            <a:endParaRPr lang="en-IN"/>
          </a:p>
        </p:txBody>
      </p:sp>
      <p:sp>
        <p:nvSpPr>
          <p:cNvPr id="4" name="Footer Placeholder 4">
            <a:extLst>
              <a:ext uri="{FF2B5EF4-FFF2-40B4-BE49-F238E27FC236}">
                <a16:creationId xmlns:a16="http://schemas.microsoft.com/office/drawing/2014/main" xmlns="" id="{12CB82BF-87C6-B4BB-FEED-8A46D42C1E9C}"/>
              </a:ext>
            </a:extLst>
          </p:cNvPr>
          <p:cNvSpPr>
            <a:spLocks noGrp="1"/>
          </p:cNvSpPr>
          <p:nvPr>
            <p:ph type="ftr" sz="quarter" idx="11"/>
          </p:nvPr>
        </p:nvSpPr>
        <p:spPr/>
        <p:txBody>
          <a:bodyPr/>
          <a:lstStyle>
            <a:lvl1pPr>
              <a:defRPr/>
            </a:lvl1pPr>
          </a:lstStyle>
          <a:p>
            <a:pPr>
              <a:defRPr/>
            </a:pPr>
            <a:endParaRPr lang="en-IN"/>
          </a:p>
        </p:txBody>
      </p:sp>
      <p:sp>
        <p:nvSpPr>
          <p:cNvPr id="5" name="Slide Number Placeholder 5">
            <a:extLst>
              <a:ext uri="{FF2B5EF4-FFF2-40B4-BE49-F238E27FC236}">
                <a16:creationId xmlns:a16="http://schemas.microsoft.com/office/drawing/2014/main" xmlns="" id="{F4FD29F0-AA31-9703-9893-765F6A3164B9}"/>
              </a:ext>
            </a:extLst>
          </p:cNvPr>
          <p:cNvSpPr>
            <a:spLocks noGrp="1"/>
          </p:cNvSpPr>
          <p:nvPr>
            <p:ph type="sldNum" sz="quarter" idx="12"/>
          </p:nvPr>
        </p:nvSpPr>
        <p:spPr/>
        <p:txBody>
          <a:bodyPr/>
          <a:lstStyle>
            <a:lvl1pPr>
              <a:defRPr/>
            </a:lvl1pPr>
          </a:lstStyle>
          <a:p>
            <a:pPr>
              <a:defRPr/>
            </a:pPr>
            <a:fld id="{A9BE76C1-75F5-EA46-8976-F863BFD36E99}" type="slidenum">
              <a:rPr lang="en-IN"/>
              <a:pPr>
                <a:defRPr/>
              </a:pPr>
              <a:t>‹#›</a:t>
            </a:fld>
            <a:endParaRPr lang="en-IN"/>
          </a:p>
        </p:txBody>
      </p:sp>
    </p:spTree>
    <p:extLst>
      <p:ext uri="{BB962C8B-B14F-4D97-AF65-F5344CB8AC3E}">
        <p14:creationId xmlns:p14="http://schemas.microsoft.com/office/powerpoint/2010/main" xmlns="" val="1776071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xmlns="" id="{A4CE208F-D8E7-F23E-F94A-697DFD4AD68F}"/>
              </a:ext>
            </a:extLst>
          </p:cNvPr>
          <p:cNvSpPr>
            <a:spLocks noGrp="1"/>
          </p:cNvSpPr>
          <p:nvPr>
            <p:ph type="dt" sz="half" idx="10"/>
          </p:nvPr>
        </p:nvSpPr>
        <p:spPr/>
        <p:txBody>
          <a:bodyPr/>
          <a:lstStyle>
            <a:lvl1pPr>
              <a:defRPr/>
            </a:lvl1pPr>
          </a:lstStyle>
          <a:p>
            <a:pPr>
              <a:defRPr/>
            </a:pPr>
            <a:fld id="{1E441C50-29D1-8A4C-A48E-A8A5CCB356A9}" type="datetime1">
              <a:rPr lang="en-IN"/>
              <a:pPr>
                <a:defRPr/>
              </a:pPr>
              <a:t>11-02-2026</a:t>
            </a:fld>
            <a:endParaRPr lang="en-IN"/>
          </a:p>
        </p:txBody>
      </p:sp>
      <p:sp>
        <p:nvSpPr>
          <p:cNvPr id="3" name="Footer Placeholder 4">
            <a:extLst>
              <a:ext uri="{FF2B5EF4-FFF2-40B4-BE49-F238E27FC236}">
                <a16:creationId xmlns:a16="http://schemas.microsoft.com/office/drawing/2014/main" xmlns="" id="{89F136CA-6333-F6B0-0E15-A2FA35A4807F}"/>
              </a:ext>
            </a:extLst>
          </p:cNvPr>
          <p:cNvSpPr>
            <a:spLocks noGrp="1"/>
          </p:cNvSpPr>
          <p:nvPr>
            <p:ph type="ftr" sz="quarter" idx="11"/>
          </p:nvPr>
        </p:nvSpPr>
        <p:spPr/>
        <p:txBody>
          <a:bodyPr/>
          <a:lstStyle>
            <a:lvl1pPr>
              <a:defRPr/>
            </a:lvl1pPr>
          </a:lstStyle>
          <a:p>
            <a:pPr>
              <a:defRPr/>
            </a:pPr>
            <a:endParaRPr lang="en-IN"/>
          </a:p>
        </p:txBody>
      </p:sp>
      <p:sp>
        <p:nvSpPr>
          <p:cNvPr id="4" name="Slide Number Placeholder 5">
            <a:extLst>
              <a:ext uri="{FF2B5EF4-FFF2-40B4-BE49-F238E27FC236}">
                <a16:creationId xmlns:a16="http://schemas.microsoft.com/office/drawing/2014/main" xmlns="" id="{80FA3AA1-3C6F-B32A-3796-C862F9AA9785}"/>
              </a:ext>
            </a:extLst>
          </p:cNvPr>
          <p:cNvSpPr>
            <a:spLocks noGrp="1"/>
          </p:cNvSpPr>
          <p:nvPr>
            <p:ph type="sldNum" sz="quarter" idx="12"/>
          </p:nvPr>
        </p:nvSpPr>
        <p:spPr/>
        <p:txBody>
          <a:bodyPr/>
          <a:lstStyle>
            <a:lvl1pPr>
              <a:defRPr/>
            </a:lvl1pPr>
          </a:lstStyle>
          <a:p>
            <a:pPr>
              <a:defRPr/>
            </a:pPr>
            <a:fld id="{ECAC2EA2-2CC0-9A41-8FFC-BFFBA19DE60B}" type="slidenum">
              <a:rPr lang="en-IN"/>
              <a:pPr>
                <a:defRPr/>
              </a:pPr>
              <a:t>‹#›</a:t>
            </a:fld>
            <a:endParaRPr lang="en-IN"/>
          </a:p>
        </p:txBody>
      </p:sp>
    </p:spTree>
    <p:extLst>
      <p:ext uri="{BB962C8B-B14F-4D97-AF65-F5344CB8AC3E}">
        <p14:creationId xmlns:p14="http://schemas.microsoft.com/office/powerpoint/2010/main" xmlns="" val="38886759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xmlns="" id="{5D71C0E7-19A6-C36A-CF2B-805F959B45E5}"/>
              </a:ext>
            </a:extLst>
          </p:cNvPr>
          <p:cNvSpPr>
            <a:spLocks noGrp="1"/>
          </p:cNvSpPr>
          <p:nvPr>
            <p:ph type="dt" sz="half" idx="10"/>
          </p:nvPr>
        </p:nvSpPr>
        <p:spPr/>
        <p:txBody>
          <a:bodyPr/>
          <a:lstStyle>
            <a:lvl1pPr>
              <a:defRPr/>
            </a:lvl1pPr>
          </a:lstStyle>
          <a:p>
            <a:pPr>
              <a:defRPr/>
            </a:pPr>
            <a:fld id="{56E20407-7395-F64F-80D4-95AC5DCF8932}" type="datetime1">
              <a:rPr lang="en-IN"/>
              <a:pPr>
                <a:defRPr/>
              </a:pPr>
              <a:t>11-02-2026</a:t>
            </a:fld>
            <a:endParaRPr lang="en-IN"/>
          </a:p>
        </p:txBody>
      </p:sp>
      <p:sp>
        <p:nvSpPr>
          <p:cNvPr id="6" name="Footer Placeholder 4">
            <a:extLst>
              <a:ext uri="{FF2B5EF4-FFF2-40B4-BE49-F238E27FC236}">
                <a16:creationId xmlns:a16="http://schemas.microsoft.com/office/drawing/2014/main" xmlns="" id="{8B497850-BEE0-5119-F7D8-AE7AA6F68F5F}"/>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xmlns="" id="{C9C63750-BD50-7C6A-4544-487D6B726595}"/>
              </a:ext>
            </a:extLst>
          </p:cNvPr>
          <p:cNvSpPr>
            <a:spLocks noGrp="1"/>
          </p:cNvSpPr>
          <p:nvPr>
            <p:ph type="sldNum" sz="quarter" idx="12"/>
          </p:nvPr>
        </p:nvSpPr>
        <p:spPr/>
        <p:txBody>
          <a:bodyPr/>
          <a:lstStyle>
            <a:lvl1pPr>
              <a:defRPr/>
            </a:lvl1pPr>
          </a:lstStyle>
          <a:p>
            <a:pPr>
              <a:defRPr/>
            </a:pPr>
            <a:fld id="{01C51582-C9CB-5A46-888C-CE5889979E1C}" type="slidenum">
              <a:rPr lang="en-IN"/>
              <a:pPr>
                <a:defRPr/>
              </a:pPr>
              <a:t>‹#›</a:t>
            </a:fld>
            <a:endParaRPr lang="en-IN"/>
          </a:p>
        </p:txBody>
      </p:sp>
    </p:spTree>
    <p:extLst>
      <p:ext uri="{BB962C8B-B14F-4D97-AF65-F5344CB8AC3E}">
        <p14:creationId xmlns:p14="http://schemas.microsoft.com/office/powerpoint/2010/main" xmlns="" val="24659497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xmlns="" id="{03CDBB31-B81A-8727-3644-EAD9AFDFB6BD}"/>
              </a:ext>
            </a:extLst>
          </p:cNvPr>
          <p:cNvSpPr>
            <a:spLocks noGrp="1"/>
          </p:cNvSpPr>
          <p:nvPr>
            <p:ph type="dt" sz="half" idx="10"/>
          </p:nvPr>
        </p:nvSpPr>
        <p:spPr/>
        <p:txBody>
          <a:bodyPr/>
          <a:lstStyle>
            <a:lvl1pPr>
              <a:defRPr/>
            </a:lvl1pPr>
          </a:lstStyle>
          <a:p>
            <a:pPr>
              <a:defRPr/>
            </a:pPr>
            <a:fld id="{0AB23DAF-0A39-7E4B-B211-F690E268E92B}" type="datetime1">
              <a:rPr lang="en-IN"/>
              <a:pPr>
                <a:defRPr/>
              </a:pPr>
              <a:t>11-02-2026</a:t>
            </a:fld>
            <a:endParaRPr lang="en-IN"/>
          </a:p>
        </p:txBody>
      </p:sp>
      <p:sp>
        <p:nvSpPr>
          <p:cNvPr id="6" name="Footer Placeholder 4">
            <a:extLst>
              <a:ext uri="{FF2B5EF4-FFF2-40B4-BE49-F238E27FC236}">
                <a16:creationId xmlns:a16="http://schemas.microsoft.com/office/drawing/2014/main" xmlns="" id="{43540A2F-0E60-433C-945C-983E26E4349C}"/>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xmlns="" id="{9121A25B-9419-0733-9596-95E4F6F05087}"/>
              </a:ext>
            </a:extLst>
          </p:cNvPr>
          <p:cNvSpPr>
            <a:spLocks noGrp="1"/>
          </p:cNvSpPr>
          <p:nvPr>
            <p:ph type="sldNum" sz="quarter" idx="12"/>
          </p:nvPr>
        </p:nvSpPr>
        <p:spPr/>
        <p:txBody>
          <a:bodyPr/>
          <a:lstStyle>
            <a:lvl1pPr>
              <a:defRPr/>
            </a:lvl1pPr>
          </a:lstStyle>
          <a:p>
            <a:pPr>
              <a:defRPr/>
            </a:pPr>
            <a:fld id="{D44F49F9-FD99-B04A-B5B4-D81C239D8F18}" type="slidenum">
              <a:rPr lang="en-IN"/>
              <a:pPr>
                <a:defRPr/>
              </a:pPr>
              <a:t>‹#›</a:t>
            </a:fld>
            <a:endParaRPr lang="en-IN"/>
          </a:p>
        </p:txBody>
      </p:sp>
    </p:spTree>
    <p:extLst>
      <p:ext uri="{BB962C8B-B14F-4D97-AF65-F5344CB8AC3E}">
        <p14:creationId xmlns:p14="http://schemas.microsoft.com/office/powerpoint/2010/main" xmlns="" val="25842108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A6C167D1-9609-FDFE-7BFC-2FA65DFFC8E2}"/>
              </a:ext>
            </a:extLst>
          </p:cNvPr>
          <p:cNvSpPr>
            <a:spLocks noGrp="1"/>
          </p:cNvSpPr>
          <p:nvPr>
            <p:ph type="dt" sz="half" idx="10"/>
          </p:nvPr>
        </p:nvSpPr>
        <p:spPr/>
        <p:txBody>
          <a:bodyPr/>
          <a:lstStyle>
            <a:lvl1pPr>
              <a:defRPr/>
            </a:lvl1pPr>
          </a:lstStyle>
          <a:p>
            <a:pPr>
              <a:defRPr/>
            </a:pPr>
            <a:fld id="{D4462E43-796B-1C46-A94F-8E0BACF139FF}" type="datetime1">
              <a:rPr lang="en-IN"/>
              <a:pPr>
                <a:defRPr/>
              </a:pPr>
              <a:t>11-02-2026</a:t>
            </a:fld>
            <a:endParaRPr lang="en-IN"/>
          </a:p>
        </p:txBody>
      </p:sp>
      <p:sp>
        <p:nvSpPr>
          <p:cNvPr id="5" name="Footer Placeholder 4">
            <a:extLst>
              <a:ext uri="{FF2B5EF4-FFF2-40B4-BE49-F238E27FC236}">
                <a16:creationId xmlns:a16="http://schemas.microsoft.com/office/drawing/2014/main" xmlns="" id="{A622A962-72B4-C388-F565-C04DBE864FCE}"/>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xmlns="" id="{28CE4B53-7FB2-4FBC-BFB6-E0D65884EFF0}"/>
              </a:ext>
            </a:extLst>
          </p:cNvPr>
          <p:cNvSpPr>
            <a:spLocks noGrp="1"/>
          </p:cNvSpPr>
          <p:nvPr>
            <p:ph type="sldNum" sz="quarter" idx="12"/>
          </p:nvPr>
        </p:nvSpPr>
        <p:spPr/>
        <p:txBody>
          <a:bodyPr/>
          <a:lstStyle>
            <a:lvl1pPr>
              <a:defRPr/>
            </a:lvl1pPr>
          </a:lstStyle>
          <a:p>
            <a:pPr>
              <a:defRPr/>
            </a:pPr>
            <a:fld id="{6D775C63-506A-DD4A-86B2-0DA92A9F91AA}" type="slidenum">
              <a:rPr lang="en-IN"/>
              <a:pPr>
                <a:defRPr/>
              </a:pPr>
              <a:t>‹#›</a:t>
            </a:fld>
            <a:endParaRPr lang="en-IN"/>
          </a:p>
        </p:txBody>
      </p:sp>
    </p:spTree>
    <p:extLst>
      <p:ext uri="{BB962C8B-B14F-4D97-AF65-F5344CB8AC3E}">
        <p14:creationId xmlns:p14="http://schemas.microsoft.com/office/powerpoint/2010/main" xmlns="" val="2209419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0BEC2B4E-62F0-DAB5-C7C1-FB92DD453C97}"/>
              </a:ext>
            </a:extLst>
          </p:cNvPr>
          <p:cNvSpPr>
            <a:spLocks noGrp="1"/>
          </p:cNvSpPr>
          <p:nvPr>
            <p:ph type="dt" sz="half" idx="10"/>
          </p:nvPr>
        </p:nvSpPr>
        <p:spPr/>
        <p:txBody>
          <a:bodyPr/>
          <a:lstStyle>
            <a:lvl1pPr>
              <a:defRPr/>
            </a:lvl1pPr>
          </a:lstStyle>
          <a:p>
            <a:pPr>
              <a:defRPr/>
            </a:pPr>
            <a:fld id="{A2460982-A126-224C-87E7-006E8BC0C201}" type="datetime1">
              <a:rPr lang="en-IN"/>
              <a:pPr>
                <a:defRPr/>
              </a:pPr>
              <a:t>11-02-2026</a:t>
            </a:fld>
            <a:endParaRPr lang="en-IN"/>
          </a:p>
        </p:txBody>
      </p:sp>
      <p:sp>
        <p:nvSpPr>
          <p:cNvPr id="5" name="Footer Placeholder 4">
            <a:extLst>
              <a:ext uri="{FF2B5EF4-FFF2-40B4-BE49-F238E27FC236}">
                <a16:creationId xmlns:a16="http://schemas.microsoft.com/office/drawing/2014/main" xmlns="" id="{0B092A1B-1064-B312-C5FB-0CEABDDCFF04}"/>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xmlns="" id="{B58306A1-2E08-6689-C297-36D4F1F58E69}"/>
              </a:ext>
            </a:extLst>
          </p:cNvPr>
          <p:cNvSpPr>
            <a:spLocks noGrp="1"/>
          </p:cNvSpPr>
          <p:nvPr>
            <p:ph type="sldNum" sz="quarter" idx="12"/>
          </p:nvPr>
        </p:nvSpPr>
        <p:spPr/>
        <p:txBody>
          <a:bodyPr/>
          <a:lstStyle>
            <a:lvl1pPr>
              <a:defRPr/>
            </a:lvl1pPr>
          </a:lstStyle>
          <a:p>
            <a:pPr>
              <a:defRPr/>
            </a:pPr>
            <a:fld id="{2B82B305-C4B0-CD4E-BD84-CE589D79CF96}" type="slidenum">
              <a:rPr lang="en-IN"/>
              <a:pPr>
                <a:defRPr/>
              </a:pPr>
              <a:t>‹#›</a:t>
            </a:fld>
            <a:endParaRPr lang="en-IN"/>
          </a:p>
        </p:txBody>
      </p:sp>
    </p:spTree>
    <p:extLst>
      <p:ext uri="{BB962C8B-B14F-4D97-AF65-F5344CB8AC3E}">
        <p14:creationId xmlns:p14="http://schemas.microsoft.com/office/powerpoint/2010/main" xmlns="" val="5432988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xmlns="" id="{D11663B2-8865-53BD-6742-1091D6484D86}"/>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Text Placeholder 2">
            <a:extLst>
              <a:ext uri="{FF2B5EF4-FFF2-40B4-BE49-F238E27FC236}">
                <a16:creationId xmlns:a16="http://schemas.microsoft.com/office/drawing/2014/main" xmlns="" id="{9488C8BA-DD93-9D77-9B91-8D6D55FF66FF}"/>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a:extLst>
              <a:ext uri="{FF2B5EF4-FFF2-40B4-BE49-F238E27FC236}">
                <a16:creationId xmlns:a16="http://schemas.microsoft.com/office/drawing/2014/main" xmlns="" id="{A6BC3B57-D081-2FAD-6BD4-260D674644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5CF31162-5B61-384A-8C9D-9FFFCA440378}" type="datetime1">
              <a:rPr lang="en-IN"/>
              <a:pPr>
                <a:defRPr/>
              </a:pPr>
              <a:t>11-02-2026</a:t>
            </a:fld>
            <a:endParaRPr lang="en-IN"/>
          </a:p>
        </p:txBody>
      </p:sp>
      <p:sp>
        <p:nvSpPr>
          <p:cNvPr id="5" name="Footer Placeholder 4">
            <a:extLst>
              <a:ext uri="{FF2B5EF4-FFF2-40B4-BE49-F238E27FC236}">
                <a16:creationId xmlns:a16="http://schemas.microsoft.com/office/drawing/2014/main" xmlns="" id="{AA47FCC5-E583-ABCF-D64E-AB363CE189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IN"/>
          </a:p>
        </p:txBody>
      </p:sp>
      <p:sp>
        <p:nvSpPr>
          <p:cNvPr id="6" name="Slide Number Placeholder 5">
            <a:extLst>
              <a:ext uri="{FF2B5EF4-FFF2-40B4-BE49-F238E27FC236}">
                <a16:creationId xmlns:a16="http://schemas.microsoft.com/office/drawing/2014/main" xmlns="" id="{D97F93AD-49B6-BD77-1784-432BAEA980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defRPr>
            </a:lvl1pPr>
          </a:lstStyle>
          <a:p>
            <a:pPr>
              <a:defRPr/>
            </a:pPr>
            <a:fld id="{6939EF00-4886-5D4A-8B92-22EB7755860B}" type="slidenum">
              <a:rPr lang="en-IN"/>
              <a:pPr>
                <a:defRPr/>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xmlns="" id="{2BDDFFA7-7B48-ECBF-74DB-D6BFEE3F6485}"/>
              </a:ext>
            </a:extLst>
          </p:cNvPr>
          <p:cNvPicPr>
            <a:picLocks noChangeAspect="1" noChangeArrowheads="1"/>
          </p:cNvPicPr>
          <p:nvPr/>
        </p:nvPicPr>
        <p:blipFill>
          <a:blip r:embed="rId3" cstate="print">
            <a:extLst>
              <a:ext uri="{28A0092B-C50C-407E-A947-70E740481C1C}">
                <a14:useLocalDpi xmlns:a14="http://schemas.microsoft.com/office/drawing/2010/main" xmlns="" val="0"/>
              </a:ext>
            </a:extLst>
          </a:blip>
          <a:srcRect t="26311" b="26309"/>
          <a:stretch>
            <a:fillRect/>
          </a:stretch>
        </p:blipFill>
        <p:spPr bwMode="auto">
          <a:xfrm>
            <a:off x="30163" y="30163"/>
            <a:ext cx="3744912" cy="9858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075" name="TextBox 4">
            <a:extLst>
              <a:ext uri="{FF2B5EF4-FFF2-40B4-BE49-F238E27FC236}">
                <a16:creationId xmlns:a16="http://schemas.microsoft.com/office/drawing/2014/main" xmlns="" id="{3AD6DF8A-A3B1-AB24-D7C6-0A44AD99E0EE}"/>
              </a:ext>
            </a:extLst>
          </p:cNvPr>
          <p:cNvSpPr txBox="1">
            <a:spLocks noChangeArrowheads="1"/>
          </p:cNvSpPr>
          <p:nvPr/>
        </p:nvSpPr>
        <p:spPr bwMode="auto">
          <a:xfrm>
            <a:off x="309563" y="1401763"/>
            <a:ext cx="11488737" cy="4524315"/>
          </a:xfrm>
          <a:prstGeom prst="rect">
            <a:avLst/>
          </a:prstGeom>
          <a:noFill/>
          <a:ln>
            <a:noFill/>
          </a:ln>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defRPr/>
            </a:pPr>
            <a:r>
              <a:rPr lang="en-IN" altLang="en-US" sz="2400" dirty="0">
                <a:latin typeface="Arial Black" panose="020B0A04020102020204" pitchFamily="34" charset="0"/>
              </a:rPr>
              <a:t>SCHOOL OF COMPUTER SCIENCE AND ENGINEERING</a:t>
            </a:r>
          </a:p>
          <a:p>
            <a:pPr algn="ctr" eaLnBrk="1" hangingPunct="1">
              <a:lnSpc>
                <a:spcPct val="100000"/>
              </a:lnSpc>
              <a:spcBef>
                <a:spcPct val="0"/>
              </a:spcBef>
              <a:buFontTx/>
              <a:buNone/>
              <a:defRPr/>
            </a:pPr>
            <a:r>
              <a:rPr lang="en-IN" altLang="en-US" sz="2400" b="1" dirty="0">
                <a:solidFill>
                  <a:srgbClr val="C00000"/>
                </a:solidFill>
              </a:rPr>
              <a:t>Program Name: </a:t>
            </a:r>
            <a:r>
              <a:rPr lang="en-IN" altLang="en-US" sz="2400" b="1" dirty="0"/>
              <a:t>B.TECH </a:t>
            </a:r>
          </a:p>
          <a:p>
            <a:pPr algn="ctr" eaLnBrk="1" hangingPunct="1">
              <a:lnSpc>
                <a:spcPct val="100000"/>
              </a:lnSpc>
              <a:spcBef>
                <a:spcPct val="0"/>
              </a:spcBef>
              <a:buFontTx/>
              <a:buNone/>
              <a:defRPr/>
            </a:pPr>
            <a:r>
              <a:rPr lang="en-IN" altLang="en-US" sz="2400" b="1" dirty="0">
                <a:solidFill>
                  <a:srgbClr val="C00000"/>
                </a:solidFill>
              </a:rPr>
              <a:t>Course Name: </a:t>
            </a:r>
            <a:r>
              <a:rPr lang="en-IN" altLang="en-US" sz="2400" b="1" dirty="0"/>
              <a:t>Fundamentals of Cyber Security</a:t>
            </a:r>
            <a:endParaRPr lang="en-US" altLang="en-US" sz="2400" b="1" dirty="0">
              <a:latin typeface="+mn-lt"/>
              <a:cs typeface="Times New Roman" panose="02020603050405020304" pitchFamily="18" charset="0"/>
            </a:endParaRPr>
          </a:p>
          <a:p>
            <a:pPr algn="ctr" eaLnBrk="1" hangingPunct="1">
              <a:lnSpc>
                <a:spcPct val="100000"/>
              </a:lnSpc>
              <a:spcBef>
                <a:spcPct val="0"/>
              </a:spcBef>
              <a:buFontTx/>
              <a:buNone/>
              <a:defRPr/>
            </a:pPr>
            <a:r>
              <a:rPr lang="en-IN" altLang="en-US" sz="2400" b="1" dirty="0">
                <a:solidFill>
                  <a:srgbClr val="C00000"/>
                </a:solidFill>
              </a:rPr>
              <a:t>Course Code: </a:t>
            </a:r>
            <a:r>
              <a:rPr lang="en-IN" altLang="en-US" sz="2400" b="1" dirty="0"/>
              <a:t>R1UC426T</a:t>
            </a:r>
            <a:endParaRPr lang="en-IN" altLang="en-US" sz="2400" b="1" dirty="0">
              <a:latin typeface="+mn-lt"/>
            </a:endParaRPr>
          </a:p>
          <a:p>
            <a:pPr algn="ctr" eaLnBrk="1" hangingPunct="1">
              <a:lnSpc>
                <a:spcPct val="100000"/>
              </a:lnSpc>
              <a:spcBef>
                <a:spcPct val="0"/>
              </a:spcBef>
              <a:buFontTx/>
              <a:buNone/>
              <a:defRPr/>
            </a:pPr>
            <a:endParaRPr lang="en-IN" altLang="en-US" sz="2400" b="1" dirty="0">
              <a:solidFill>
                <a:srgbClr val="C00000"/>
              </a:solidFill>
            </a:endParaRPr>
          </a:p>
          <a:p>
            <a:pPr algn="ctr" eaLnBrk="1" hangingPunct="1">
              <a:lnSpc>
                <a:spcPct val="100000"/>
              </a:lnSpc>
              <a:spcBef>
                <a:spcPct val="0"/>
              </a:spcBef>
              <a:buFontTx/>
              <a:buNone/>
              <a:defRPr/>
            </a:pPr>
            <a:endParaRPr lang="en-IN" altLang="en-US" sz="2400" dirty="0"/>
          </a:p>
          <a:p>
            <a:pPr algn="ctr" eaLnBrk="1" hangingPunct="1">
              <a:lnSpc>
                <a:spcPct val="100000"/>
              </a:lnSpc>
              <a:spcBef>
                <a:spcPct val="0"/>
              </a:spcBef>
              <a:buFontTx/>
              <a:buNone/>
              <a:defRPr/>
            </a:pPr>
            <a:r>
              <a:rPr lang="en-IN" altLang="en-US" sz="2400" dirty="0">
                <a:latin typeface="Arial Black" panose="020B0A04020102020204" pitchFamily="34" charset="0"/>
              </a:rPr>
              <a:t>Prepared By </a:t>
            </a:r>
          </a:p>
          <a:p>
            <a:pPr algn="ctr" eaLnBrk="1" hangingPunct="1">
              <a:lnSpc>
                <a:spcPct val="100000"/>
              </a:lnSpc>
              <a:spcBef>
                <a:spcPct val="0"/>
              </a:spcBef>
              <a:buFontTx/>
              <a:buNone/>
              <a:defRPr/>
            </a:pPr>
            <a:endParaRPr lang="en-IN" altLang="en-US" sz="2400" dirty="0">
              <a:solidFill>
                <a:srgbClr val="FF0000"/>
              </a:solidFill>
            </a:endParaRPr>
          </a:p>
          <a:p>
            <a:pPr algn="ctr" eaLnBrk="1" hangingPunct="1">
              <a:lnSpc>
                <a:spcPct val="100000"/>
              </a:lnSpc>
              <a:spcBef>
                <a:spcPct val="0"/>
              </a:spcBef>
              <a:buFontTx/>
              <a:buNone/>
              <a:defRPr/>
            </a:pPr>
            <a:r>
              <a:rPr lang="en-IN" altLang="en-US" sz="2400" dirty="0">
                <a:solidFill>
                  <a:srgbClr val="FF0000"/>
                </a:solidFill>
              </a:rPr>
              <a:t>COURSE </a:t>
            </a:r>
            <a:r>
              <a:rPr lang="en-IN" altLang="en-US" sz="2400" dirty="0" smtClean="0">
                <a:solidFill>
                  <a:srgbClr val="FF0000"/>
                </a:solidFill>
              </a:rPr>
              <a:t>LEAD  </a:t>
            </a:r>
            <a:endParaRPr lang="en-IN" altLang="en-US" sz="2400" dirty="0">
              <a:solidFill>
                <a:srgbClr val="FF0000"/>
              </a:solidFill>
            </a:endParaRPr>
          </a:p>
          <a:p>
            <a:pPr algn="ctr" eaLnBrk="1" hangingPunct="1">
              <a:lnSpc>
                <a:spcPct val="100000"/>
              </a:lnSpc>
              <a:spcBef>
                <a:spcPct val="0"/>
              </a:spcBef>
              <a:buFontTx/>
              <a:buNone/>
              <a:defRPr/>
            </a:pPr>
            <a:endParaRPr lang="en-IN" altLang="en-US" sz="2400" dirty="0"/>
          </a:p>
          <a:p>
            <a:pPr algn="ctr" eaLnBrk="1" hangingPunct="1">
              <a:lnSpc>
                <a:spcPct val="100000"/>
              </a:lnSpc>
              <a:spcBef>
                <a:spcPct val="0"/>
              </a:spcBef>
              <a:buFontTx/>
              <a:buNone/>
              <a:defRPr/>
            </a:pPr>
            <a:r>
              <a:rPr lang="en-IN" altLang="en-US" sz="2400" dirty="0">
                <a:latin typeface="Arial Black" panose="020B0A04020102020204" pitchFamily="34" charset="0"/>
              </a:rPr>
              <a:t>Introduction </a:t>
            </a:r>
          </a:p>
          <a:p>
            <a:pPr algn="ctr" eaLnBrk="1" hangingPunct="1">
              <a:lnSpc>
                <a:spcPct val="100000"/>
              </a:lnSpc>
              <a:spcBef>
                <a:spcPct val="0"/>
              </a:spcBef>
              <a:buFontTx/>
              <a:buNone/>
              <a:defRPr/>
            </a:pPr>
            <a:r>
              <a:rPr lang="en-IN" altLang="en-US" sz="2400" dirty="0"/>
              <a:t>[Lecture No. 0 ]</a:t>
            </a:r>
          </a:p>
        </p:txBody>
      </p:sp>
      <p:sp>
        <p:nvSpPr>
          <p:cNvPr id="2" name="Slide Number Placeholder 1">
            <a:extLst>
              <a:ext uri="{FF2B5EF4-FFF2-40B4-BE49-F238E27FC236}">
                <a16:creationId xmlns:a16="http://schemas.microsoft.com/office/drawing/2014/main" xmlns="" id="{31458E74-C504-BD50-947E-22278569026C}"/>
              </a:ext>
            </a:extLst>
          </p:cNvPr>
          <p:cNvSpPr>
            <a:spLocks noGrp="1"/>
          </p:cNvSpPr>
          <p:nvPr>
            <p:ph type="sldNum" sz="quarter" idx="12"/>
          </p:nvPr>
        </p:nvSpPr>
        <p:spPr/>
        <p:txBody>
          <a:bodyPr/>
          <a:lstStyle/>
          <a:p>
            <a:pPr>
              <a:defRPr/>
            </a:pPr>
            <a:fld id="{A6438DBC-B1FA-3B49-9C87-BAA0968E97C5}" type="slidenum">
              <a:rPr lang="en-IN" smtClean="0"/>
              <a:pPr>
                <a:defRPr/>
              </a:pPr>
              <a:t>1</a:t>
            </a:fld>
            <a:endParaRPr lang="en-IN"/>
          </a:p>
        </p:txBody>
      </p:sp>
      <p:pic>
        <p:nvPicPr>
          <p:cNvPr id="3077" name="Google Shape;87;p1" descr="A blue circle with text and words&#10;&#10;Description automatically generated">
            <a:extLst>
              <a:ext uri="{FF2B5EF4-FFF2-40B4-BE49-F238E27FC236}">
                <a16:creationId xmlns:a16="http://schemas.microsoft.com/office/drawing/2014/main" xmlns="" id="{5FA924F4-D9F3-9290-F972-DAC070BC8739}"/>
              </a:ext>
            </a:extLst>
          </p:cNvPr>
          <p:cNvPicPr preferRelativeResize="0">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0758488" y="136525"/>
            <a:ext cx="1190625" cy="11906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Galgotias University - Wikipedia">
            <a:extLst>
              <a:ext uri="{FF2B5EF4-FFF2-40B4-BE49-F238E27FC236}">
                <a16:creationId xmlns:a16="http://schemas.microsoft.com/office/drawing/2014/main" xmlns="" id="{591E1CCC-B032-9482-CB63-248CC67E5152}"/>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9213" y="30163"/>
            <a:ext cx="1101725" cy="1101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xmlns="" id="{1F3E0765-CDFC-4867-F894-2E62A8440343}"/>
              </a:ext>
            </a:extLst>
          </p:cNvPr>
          <p:cNvCxnSpPr>
            <a:cxnSpLocks/>
          </p:cNvCxnSpPr>
          <p:nvPr/>
        </p:nvCxnSpPr>
        <p:spPr>
          <a:xfrm>
            <a:off x="1017588" y="708025"/>
            <a:ext cx="11174412"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5124" name="TextBox 8">
            <a:extLst>
              <a:ext uri="{FF2B5EF4-FFF2-40B4-BE49-F238E27FC236}">
                <a16:creationId xmlns:a16="http://schemas.microsoft.com/office/drawing/2014/main" xmlns="" id="{8D6EF809-9CCF-E630-518F-F13BEA26C34B}"/>
              </a:ext>
            </a:extLst>
          </p:cNvPr>
          <p:cNvSpPr txBox="1">
            <a:spLocks noChangeArrowheads="1"/>
          </p:cNvSpPr>
          <p:nvPr/>
        </p:nvSpPr>
        <p:spPr bwMode="auto">
          <a:xfrm>
            <a:off x="1017588" y="46038"/>
            <a:ext cx="11125200" cy="646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IN" altLang="en-US" sz="3600" b="1">
                <a:solidFill>
                  <a:srgbClr val="C00000"/>
                </a:solidFill>
              </a:rPr>
              <a:t>University Vision &amp; Mission</a:t>
            </a:r>
          </a:p>
        </p:txBody>
      </p:sp>
      <p:sp>
        <p:nvSpPr>
          <p:cNvPr id="5125" name="TextBox 10">
            <a:extLst>
              <a:ext uri="{FF2B5EF4-FFF2-40B4-BE49-F238E27FC236}">
                <a16:creationId xmlns:a16="http://schemas.microsoft.com/office/drawing/2014/main" xmlns="" id="{B9F30F1A-0223-0491-8BDE-1A800DDC96A9}"/>
              </a:ext>
            </a:extLst>
          </p:cNvPr>
          <p:cNvSpPr txBox="1">
            <a:spLocks noChangeArrowheads="1"/>
          </p:cNvSpPr>
          <p:nvPr/>
        </p:nvSpPr>
        <p:spPr bwMode="auto">
          <a:xfrm>
            <a:off x="844550" y="1131888"/>
            <a:ext cx="10983913" cy="48323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just"/>
            <a:r>
              <a:rPr lang="en-IN" altLang="en-US" sz="2800" b="1"/>
              <a:t>Vision Statement: </a:t>
            </a:r>
            <a:r>
              <a:rPr lang="en-US" altLang="en-US" sz="2800"/>
              <a:t>To be known globally for value-based education, research, creativity, and innovation.</a:t>
            </a:r>
          </a:p>
          <a:p>
            <a:pPr algn="just"/>
            <a:endParaRPr lang="en-IN" altLang="en-US" sz="2800"/>
          </a:p>
          <a:p>
            <a:pPr algn="just"/>
            <a:r>
              <a:rPr lang="en-IN" altLang="en-US" sz="2800" b="1"/>
              <a:t>Mission Statement: </a:t>
            </a:r>
            <a:endParaRPr lang="en-IN" altLang="en-US" sz="2800"/>
          </a:p>
          <a:p>
            <a:pPr algn="just"/>
            <a:r>
              <a:rPr lang="en-US" altLang="en-US" sz="2800" b="1"/>
              <a:t>M1:   </a:t>
            </a:r>
            <a:r>
              <a:rPr lang="en-US" altLang="en-US" sz="2800"/>
              <a:t>Establish state-of-the-art facilities for world-class education and research</a:t>
            </a:r>
            <a:endParaRPr lang="en-IN" altLang="en-US" sz="2800"/>
          </a:p>
          <a:p>
            <a:pPr algn="just"/>
            <a:r>
              <a:rPr lang="en-US" altLang="en-US" sz="2800" b="1"/>
              <a:t>M2:   </a:t>
            </a:r>
            <a:r>
              <a:rPr lang="en-US" altLang="en-US" sz="2800"/>
              <a:t>Collaborate with industry and society to align the curriculum</a:t>
            </a:r>
            <a:endParaRPr lang="en-IN" altLang="en-US" sz="2800"/>
          </a:p>
          <a:p>
            <a:pPr algn="just"/>
            <a:r>
              <a:rPr lang="en-US" altLang="en-US" sz="2800" b="1"/>
              <a:t>M3: </a:t>
            </a:r>
            <a:r>
              <a:rPr lang="en-US" altLang="en-US" sz="2800"/>
              <a:t>Involve in a societal outreach program to identify concerns and provide sustainable ethical solutions.</a:t>
            </a:r>
            <a:endParaRPr lang="en-IN" altLang="en-US" sz="2800"/>
          </a:p>
          <a:p>
            <a:pPr algn="just"/>
            <a:r>
              <a:rPr lang="en-US" altLang="en-US" sz="2800" b="1"/>
              <a:t>M4: </a:t>
            </a:r>
            <a:r>
              <a:rPr lang="en-US" altLang="en-US" sz="2800"/>
              <a:t>Encourage life-long learning and team-based problem-solving through an enabling environment.</a:t>
            </a:r>
            <a:endParaRPr lang="en-IN" altLang="en-US" sz="2800"/>
          </a:p>
        </p:txBody>
      </p:sp>
      <p:sp>
        <p:nvSpPr>
          <p:cNvPr id="2" name="Slide Number Placeholder 1">
            <a:extLst>
              <a:ext uri="{FF2B5EF4-FFF2-40B4-BE49-F238E27FC236}">
                <a16:creationId xmlns:a16="http://schemas.microsoft.com/office/drawing/2014/main" xmlns="" id="{7BD9568A-34C6-8364-343B-7DC6B17FC7E2}"/>
              </a:ext>
            </a:extLst>
          </p:cNvPr>
          <p:cNvSpPr>
            <a:spLocks noGrp="1"/>
          </p:cNvSpPr>
          <p:nvPr>
            <p:ph type="sldNum" sz="quarter" idx="12"/>
          </p:nvPr>
        </p:nvSpPr>
        <p:spPr/>
        <p:txBody>
          <a:bodyPr/>
          <a:lstStyle/>
          <a:p>
            <a:pPr>
              <a:defRPr/>
            </a:pPr>
            <a:fld id="{2C4C470B-408B-C24F-B557-8025C0FA7532}" type="slidenum">
              <a:rPr lang="en-IN" smtClean="0"/>
              <a:pPr>
                <a:defRPr/>
              </a:pPr>
              <a:t>2</a:t>
            </a:fld>
            <a:endParaRPr lang="en-IN"/>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Galgotias University - Wikipedia">
            <a:extLst>
              <a:ext uri="{FF2B5EF4-FFF2-40B4-BE49-F238E27FC236}">
                <a16:creationId xmlns:a16="http://schemas.microsoft.com/office/drawing/2014/main" xmlns="" id="{07FB6EE7-296C-D4F1-40B6-A8132FD5BC75}"/>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9213" y="30163"/>
            <a:ext cx="1101725" cy="1101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xmlns="" id="{E4C56850-A619-E390-C2F9-46EED461173F}"/>
              </a:ext>
            </a:extLst>
          </p:cNvPr>
          <p:cNvCxnSpPr>
            <a:cxnSpLocks/>
          </p:cNvCxnSpPr>
          <p:nvPr/>
        </p:nvCxnSpPr>
        <p:spPr>
          <a:xfrm>
            <a:off x="1017588" y="708025"/>
            <a:ext cx="11174412"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6148" name="TextBox 8">
            <a:extLst>
              <a:ext uri="{FF2B5EF4-FFF2-40B4-BE49-F238E27FC236}">
                <a16:creationId xmlns:a16="http://schemas.microsoft.com/office/drawing/2014/main" xmlns="" id="{2ECD39EA-73E7-2AC2-FD1A-E8C0D16E3566}"/>
              </a:ext>
            </a:extLst>
          </p:cNvPr>
          <p:cNvSpPr txBox="1">
            <a:spLocks noChangeArrowheads="1"/>
          </p:cNvSpPr>
          <p:nvPr/>
        </p:nvSpPr>
        <p:spPr bwMode="auto">
          <a:xfrm>
            <a:off x="1017588" y="46038"/>
            <a:ext cx="11125200" cy="646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IN" altLang="en-US" sz="3600" b="1">
                <a:solidFill>
                  <a:srgbClr val="C00000"/>
                </a:solidFill>
              </a:rPr>
              <a:t>School/Department Vision &amp; Mission</a:t>
            </a:r>
          </a:p>
        </p:txBody>
      </p:sp>
      <p:sp>
        <p:nvSpPr>
          <p:cNvPr id="6149" name="TextBox 1">
            <a:extLst>
              <a:ext uri="{FF2B5EF4-FFF2-40B4-BE49-F238E27FC236}">
                <a16:creationId xmlns:a16="http://schemas.microsoft.com/office/drawing/2014/main" xmlns="" id="{337BD339-9C93-E375-0CC3-5FF613AC6278}"/>
              </a:ext>
            </a:extLst>
          </p:cNvPr>
          <p:cNvSpPr txBox="1">
            <a:spLocks noChangeArrowheads="1"/>
          </p:cNvSpPr>
          <p:nvPr/>
        </p:nvSpPr>
        <p:spPr bwMode="auto">
          <a:xfrm>
            <a:off x="844550" y="1131888"/>
            <a:ext cx="10983913" cy="52625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just"/>
            <a:r>
              <a:rPr lang="en-IN" altLang="en-US" sz="2400" b="1"/>
              <a:t>Vision Statement: </a:t>
            </a:r>
            <a:endParaRPr lang="en-IN" altLang="en-US" sz="2400"/>
          </a:p>
          <a:p>
            <a:pPr algn="just"/>
            <a:r>
              <a:rPr lang="en-US" altLang="en-US" sz="2400"/>
              <a:t>To be recognized globally as a premier Department of Computer Science and Engineering for imparting quality and value-based education within a multi-disciplinary and collaborative research-based environment.</a:t>
            </a:r>
          </a:p>
          <a:p>
            <a:pPr algn="just"/>
            <a:endParaRPr lang="en-IN" altLang="en-US" sz="2400"/>
          </a:p>
          <a:p>
            <a:pPr algn="just"/>
            <a:r>
              <a:rPr lang="en-IN" altLang="en-US" sz="2400" b="1"/>
              <a:t>Mission Statement: </a:t>
            </a:r>
            <a:endParaRPr lang="en-IN" altLang="en-US" sz="2400"/>
          </a:p>
          <a:p>
            <a:pPr algn="just"/>
            <a:r>
              <a:rPr lang="en-US" altLang="en-US" sz="2400" b="1"/>
              <a:t>M1: </a:t>
            </a:r>
            <a:r>
              <a:rPr lang="en-US" altLang="en-US" sz="2400"/>
              <a:t>Develop a strong foundation in fundamentals of computing science and engineering with responsiveness towards emerging technologies.</a:t>
            </a:r>
            <a:endParaRPr lang="en-IN" altLang="en-US" sz="2400"/>
          </a:p>
          <a:p>
            <a:pPr algn="just"/>
            <a:r>
              <a:rPr lang="en-US" altLang="en-US" sz="2400" b="1"/>
              <a:t>M2: </a:t>
            </a:r>
            <a:r>
              <a:rPr lang="en-US" altLang="en-US" sz="2400"/>
              <a:t>Establish state-of-the-art facilities and adopt education 4.0 practices to analyze, develop, test, and deploy sustainable ethical IT solutions by involving multiple stakeholders Mission M3</a:t>
            </a:r>
            <a:endParaRPr lang="en-IN" altLang="en-US" sz="2400"/>
          </a:p>
          <a:p>
            <a:pPr algn="just"/>
            <a:r>
              <a:rPr lang="en-US" altLang="en-US" sz="2400" b="1"/>
              <a:t>M3: </a:t>
            </a:r>
            <a:r>
              <a:rPr lang="en-US" altLang="en-US" sz="2400"/>
              <a:t>Foster multidisciplinary collaborative research in association with academia and industry through focused research groups, Centre of Excellence, and Industry Oriented R&amp;D Labs.</a:t>
            </a:r>
            <a:endParaRPr lang="en-IN" altLang="en-US" sz="2400"/>
          </a:p>
        </p:txBody>
      </p:sp>
      <p:sp>
        <p:nvSpPr>
          <p:cNvPr id="3" name="Slide Number Placeholder 2">
            <a:extLst>
              <a:ext uri="{FF2B5EF4-FFF2-40B4-BE49-F238E27FC236}">
                <a16:creationId xmlns:a16="http://schemas.microsoft.com/office/drawing/2014/main" xmlns="" id="{181C9953-F2B6-72B2-21F5-587E55F7F465}"/>
              </a:ext>
            </a:extLst>
          </p:cNvPr>
          <p:cNvSpPr>
            <a:spLocks noGrp="1"/>
          </p:cNvSpPr>
          <p:nvPr>
            <p:ph type="sldNum" sz="quarter" idx="12"/>
          </p:nvPr>
        </p:nvSpPr>
        <p:spPr/>
        <p:txBody>
          <a:bodyPr/>
          <a:lstStyle/>
          <a:p>
            <a:pPr>
              <a:defRPr/>
            </a:pPr>
            <a:fld id="{2C6C1DA6-5032-AD4B-B13F-0C495078CC7B}" type="slidenum">
              <a:rPr lang="en-IN" smtClean="0"/>
              <a:pPr>
                <a:defRPr/>
              </a:pPr>
              <a:t>3</a:t>
            </a:fld>
            <a:endParaRPr lang="en-IN"/>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Galgotias University - Wikipedia">
            <a:extLst>
              <a:ext uri="{FF2B5EF4-FFF2-40B4-BE49-F238E27FC236}">
                <a16:creationId xmlns:a16="http://schemas.microsoft.com/office/drawing/2014/main" xmlns="" id="{AB5E9E9A-94B4-35F4-7D9F-7B1CDAE86F08}"/>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9213" y="30163"/>
            <a:ext cx="1101725" cy="1101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xmlns="" id="{80187080-1FBA-852C-2AD2-B9CD93888B89}"/>
              </a:ext>
            </a:extLst>
          </p:cNvPr>
          <p:cNvCxnSpPr>
            <a:cxnSpLocks/>
          </p:cNvCxnSpPr>
          <p:nvPr/>
        </p:nvCxnSpPr>
        <p:spPr>
          <a:xfrm>
            <a:off x="1017588" y="708025"/>
            <a:ext cx="11174412"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7172" name="TextBox 8">
            <a:extLst>
              <a:ext uri="{FF2B5EF4-FFF2-40B4-BE49-F238E27FC236}">
                <a16:creationId xmlns:a16="http://schemas.microsoft.com/office/drawing/2014/main" xmlns="" id="{B4909D3E-4A4F-8D09-DC1F-E8C577DD508C}"/>
              </a:ext>
            </a:extLst>
          </p:cNvPr>
          <p:cNvSpPr txBox="1">
            <a:spLocks noChangeArrowheads="1"/>
          </p:cNvSpPr>
          <p:nvPr/>
        </p:nvSpPr>
        <p:spPr bwMode="auto">
          <a:xfrm>
            <a:off x="1017588" y="46038"/>
            <a:ext cx="11125200" cy="646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IN" altLang="en-US" sz="3600" b="1">
                <a:solidFill>
                  <a:srgbClr val="C00000"/>
                </a:solidFill>
              </a:rPr>
              <a:t>Program Educational Objectives (PEO)</a:t>
            </a:r>
          </a:p>
        </p:txBody>
      </p:sp>
      <p:sp>
        <p:nvSpPr>
          <p:cNvPr id="3" name="TextBox 2">
            <a:extLst>
              <a:ext uri="{FF2B5EF4-FFF2-40B4-BE49-F238E27FC236}">
                <a16:creationId xmlns:a16="http://schemas.microsoft.com/office/drawing/2014/main" xmlns="" id="{4F992E75-8FC9-E46A-649A-399883EC60DE}"/>
              </a:ext>
            </a:extLst>
          </p:cNvPr>
          <p:cNvSpPr txBox="1"/>
          <p:nvPr/>
        </p:nvSpPr>
        <p:spPr>
          <a:xfrm>
            <a:off x="600075" y="1174750"/>
            <a:ext cx="10977563" cy="4951413"/>
          </a:xfrm>
          <a:prstGeom prst="rect">
            <a:avLst/>
          </a:prstGeom>
          <a:noFill/>
        </p:spPr>
        <p:txBody>
          <a:bodyPr>
            <a:spAutoFit/>
          </a:bodyPr>
          <a:lstStyle/>
          <a:p>
            <a:pPr algn="just" eaLnBrk="1" fontAlgn="auto" hangingPunct="1">
              <a:lnSpc>
                <a:spcPct val="115000"/>
              </a:lnSpc>
              <a:spcBef>
                <a:spcPts val="0"/>
              </a:spcBef>
              <a:spcAft>
                <a:spcPts val="800"/>
              </a:spcAft>
              <a:buSzPts val="1000"/>
              <a:tabLst>
                <a:tab pos="457200" algn="l"/>
              </a:tabLst>
              <a:defRPr/>
            </a:pPr>
            <a:r>
              <a:rPr lang="en-IN" sz="2400" b="1" kern="100" dirty="0">
                <a:latin typeface="Times New Roman" panose="02020603050405020304" pitchFamily="18" charset="0"/>
                <a:ea typeface="Aptos" panose="020B0004020202020204" pitchFamily="34" charset="0"/>
                <a:cs typeface="Times New Roman" panose="02020603050405020304" pitchFamily="18" charset="0"/>
              </a:rPr>
              <a:t>Introduction to PEOs:</a:t>
            </a:r>
            <a:r>
              <a:rPr lang="en-IN" sz="2400" kern="100" dirty="0">
                <a:latin typeface="Times New Roman" panose="02020603050405020304" pitchFamily="18" charset="0"/>
                <a:ea typeface="Aptos" panose="020B0004020202020204" pitchFamily="34" charset="0"/>
                <a:cs typeface="Times New Roman" panose="02020603050405020304" pitchFamily="18" charset="0"/>
              </a:rPr>
              <a:t> </a:t>
            </a:r>
            <a:r>
              <a:rPr lang="en-US" sz="2400" dirty="0">
                <a:solidFill>
                  <a:srgbClr val="001D35"/>
                </a:solidFill>
                <a:latin typeface="Google Sans"/>
              </a:rPr>
              <a:t>PEO stands for Program Educational Objectives in Engineering. PEOs are goals that engineering programs set for their graduates to achieve within a few years of </a:t>
            </a:r>
            <a:r>
              <a:rPr lang="en-US" sz="2400">
                <a:solidFill>
                  <a:srgbClr val="001D35"/>
                </a:solidFill>
                <a:latin typeface="Google Sans"/>
              </a:rPr>
              <a:t>graduation.</a:t>
            </a:r>
          </a:p>
          <a:p>
            <a:pPr algn="just" eaLnBrk="1" fontAlgn="auto" hangingPunct="1">
              <a:lnSpc>
                <a:spcPct val="115000"/>
              </a:lnSpc>
              <a:spcBef>
                <a:spcPts val="0"/>
              </a:spcBef>
              <a:spcAft>
                <a:spcPts val="800"/>
              </a:spcAft>
              <a:buSzPts val="1000"/>
              <a:tabLst>
                <a:tab pos="457200" algn="l"/>
              </a:tabLst>
              <a:defRPr/>
            </a:pPr>
            <a:endParaRPr lang="en-IN" sz="2400" b="1" kern="100" dirty="0">
              <a:latin typeface="Times New Roman" panose="02020603050405020304" pitchFamily="18" charset="0"/>
              <a:ea typeface="Aptos" panose="020B0004020202020204" pitchFamily="34" charset="0"/>
              <a:cs typeface="Times New Roman" panose="02020603050405020304" pitchFamily="18" charset="0"/>
            </a:endParaRPr>
          </a:p>
          <a:p>
            <a:pPr algn="just">
              <a:defRPr/>
            </a:pPr>
            <a:r>
              <a:rPr lang="en-IN" sz="2400" b="1" kern="100" dirty="0">
                <a:latin typeface="Times New Roman" panose="02020603050405020304" pitchFamily="18" charset="0"/>
                <a:ea typeface="Aptos" panose="020B0004020202020204" pitchFamily="34" charset="0"/>
                <a:cs typeface="Times New Roman" panose="02020603050405020304" pitchFamily="18" charset="0"/>
              </a:rPr>
              <a:t>List of PEOs:</a:t>
            </a:r>
          </a:p>
          <a:p>
            <a:pPr algn="just">
              <a:buFont typeface="Arial" panose="020B0604020202020204" pitchFamily="34" charset="0"/>
              <a:buChar char="•"/>
              <a:defRPr/>
            </a:pPr>
            <a:endParaRPr lang="en-IN" sz="2400" b="1" kern="100" dirty="0">
              <a:latin typeface="Times New Roman" panose="02020603050405020304" pitchFamily="18" charset="0"/>
              <a:ea typeface="Aptos" panose="020B0004020202020204" pitchFamily="34" charset="0"/>
              <a:cs typeface="Times New Roman" panose="02020603050405020304" pitchFamily="18" charset="0"/>
            </a:endParaRPr>
          </a:p>
          <a:p>
            <a:pPr marL="342900" indent="-342900" algn="just">
              <a:buFont typeface="Arial" panose="020B0604020202020204" pitchFamily="34" charset="0"/>
              <a:buChar char="•"/>
              <a:defRPr/>
            </a:pPr>
            <a:r>
              <a:rPr lang="en-US" sz="2400" dirty="0">
                <a:solidFill>
                  <a:srgbClr val="000000"/>
                </a:solidFill>
                <a:latin typeface="+mn-lt"/>
              </a:rPr>
              <a:t>Excel in their career by acquiring knowledge in the field of Computer Science &amp; Engineering with the usage of modern tools and emerging technologies.</a:t>
            </a:r>
          </a:p>
          <a:p>
            <a:pPr marL="342900" indent="-342900" algn="just">
              <a:buFont typeface="Arial" panose="020B0604020202020204" pitchFamily="34" charset="0"/>
              <a:buChar char="•"/>
              <a:defRPr/>
            </a:pPr>
            <a:r>
              <a:rPr lang="en-US" sz="2400" dirty="0">
                <a:solidFill>
                  <a:srgbClr val="000000"/>
                </a:solidFill>
                <a:latin typeface="+mn-lt"/>
              </a:rPr>
              <a:t>Demonstrate and analyze real life problems of the society and produce innovative solutions.</a:t>
            </a:r>
          </a:p>
          <a:p>
            <a:pPr marL="342900" indent="-342900" algn="just">
              <a:buFont typeface="Arial" panose="020B0604020202020204" pitchFamily="34" charset="0"/>
              <a:buChar char="•"/>
              <a:defRPr/>
            </a:pPr>
            <a:r>
              <a:rPr lang="en-US" sz="2400" dirty="0">
                <a:solidFill>
                  <a:srgbClr val="000000"/>
                </a:solidFill>
                <a:latin typeface="+mn-lt"/>
              </a:rPr>
              <a:t>Exhibit amicable communication skills and team work in the industry and research organization through professional development and lifelong learning.</a:t>
            </a:r>
          </a:p>
        </p:txBody>
      </p:sp>
      <p:sp>
        <p:nvSpPr>
          <p:cNvPr id="2" name="Slide Number Placeholder 1">
            <a:extLst>
              <a:ext uri="{FF2B5EF4-FFF2-40B4-BE49-F238E27FC236}">
                <a16:creationId xmlns:a16="http://schemas.microsoft.com/office/drawing/2014/main" xmlns="" id="{88AA1F8C-621C-067F-FB72-A355660EE30A}"/>
              </a:ext>
            </a:extLst>
          </p:cNvPr>
          <p:cNvSpPr>
            <a:spLocks noGrp="1"/>
          </p:cNvSpPr>
          <p:nvPr>
            <p:ph type="sldNum" sz="quarter" idx="12"/>
          </p:nvPr>
        </p:nvSpPr>
        <p:spPr/>
        <p:txBody>
          <a:bodyPr/>
          <a:lstStyle/>
          <a:p>
            <a:pPr>
              <a:defRPr/>
            </a:pPr>
            <a:fld id="{9FD059DA-5CAB-8B42-BB52-755F7620F9DE}" type="slidenum">
              <a:rPr lang="en-IN" smtClean="0"/>
              <a:pPr>
                <a:defRPr/>
              </a:pPr>
              <a:t>4</a:t>
            </a:fld>
            <a:endParaRPr lang="en-IN"/>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Galgotias University - Wikipedia">
            <a:extLst>
              <a:ext uri="{FF2B5EF4-FFF2-40B4-BE49-F238E27FC236}">
                <a16:creationId xmlns:a16="http://schemas.microsoft.com/office/drawing/2014/main" xmlns="" id="{2F853EDE-EDAC-9E73-2E84-323A8BB7D18D}"/>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9213" y="30163"/>
            <a:ext cx="1101725" cy="1101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xmlns="" id="{1E4512AE-9427-25F2-39E3-1C2CE34D30DC}"/>
              </a:ext>
            </a:extLst>
          </p:cNvPr>
          <p:cNvCxnSpPr>
            <a:cxnSpLocks/>
          </p:cNvCxnSpPr>
          <p:nvPr/>
        </p:nvCxnSpPr>
        <p:spPr>
          <a:xfrm>
            <a:off x="1017588" y="708025"/>
            <a:ext cx="11174412"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8196" name="TextBox 8">
            <a:extLst>
              <a:ext uri="{FF2B5EF4-FFF2-40B4-BE49-F238E27FC236}">
                <a16:creationId xmlns:a16="http://schemas.microsoft.com/office/drawing/2014/main" xmlns="" id="{BC4CFFA6-D280-78BA-ABD6-862359C5AFCF}"/>
              </a:ext>
            </a:extLst>
          </p:cNvPr>
          <p:cNvSpPr txBox="1">
            <a:spLocks noChangeArrowheads="1"/>
          </p:cNvSpPr>
          <p:nvPr/>
        </p:nvSpPr>
        <p:spPr bwMode="auto">
          <a:xfrm>
            <a:off x="1017588" y="46038"/>
            <a:ext cx="11125200" cy="646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IN" altLang="en-US" sz="3600" b="1">
                <a:solidFill>
                  <a:srgbClr val="C00000"/>
                </a:solidFill>
              </a:rPr>
              <a:t>Program Outcomes (Pos)</a:t>
            </a:r>
          </a:p>
        </p:txBody>
      </p:sp>
      <p:sp>
        <p:nvSpPr>
          <p:cNvPr id="3" name="TextBox 2">
            <a:extLst>
              <a:ext uri="{FF2B5EF4-FFF2-40B4-BE49-F238E27FC236}">
                <a16:creationId xmlns:a16="http://schemas.microsoft.com/office/drawing/2014/main" xmlns="" id="{FC1BA44F-20E0-8EA6-ABF8-8823B766CD43}"/>
              </a:ext>
            </a:extLst>
          </p:cNvPr>
          <p:cNvSpPr txBox="1"/>
          <p:nvPr/>
        </p:nvSpPr>
        <p:spPr>
          <a:xfrm>
            <a:off x="936625" y="2017713"/>
            <a:ext cx="10583863" cy="2822575"/>
          </a:xfrm>
          <a:prstGeom prst="rect">
            <a:avLst/>
          </a:prstGeom>
          <a:noFill/>
        </p:spPr>
        <p:txBody>
          <a:bodyPr>
            <a:spAutoFit/>
          </a:bodyPr>
          <a:lstStyle/>
          <a:p>
            <a:pPr algn="just" eaLnBrk="1" fontAlgn="auto" hangingPunct="1">
              <a:lnSpc>
                <a:spcPct val="115000"/>
              </a:lnSpc>
              <a:spcBef>
                <a:spcPts val="0"/>
              </a:spcBef>
              <a:spcAft>
                <a:spcPts val="800"/>
              </a:spcAft>
              <a:buSzPts val="1000"/>
              <a:tabLst>
                <a:tab pos="457200" algn="l"/>
              </a:tabLst>
              <a:defRPr/>
            </a:pPr>
            <a:r>
              <a:rPr lang="en-IN" sz="2400" b="1" kern="100" dirty="0">
                <a:latin typeface="Times New Roman" panose="02020603050405020304" pitchFamily="18" charset="0"/>
                <a:ea typeface="Aptos" panose="020B0004020202020204" pitchFamily="34" charset="0"/>
                <a:cs typeface="Times New Roman" panose="02020603050405020304" pitchFamily="18" charset="0"/>
              </a:rPr>
              <a:t>Introduction to POs:</a:t>
            </a:r>
          </a:p>
          <a:p>
            <a:pPr algn="just" eaLnBrk="1" fontAlgn="auto" hangingPunct="1">
              <a:lnSpc>
                <a:spcPct val="115000"/>
              </a:lnSpc>
              <a:spcBef>
                <a:spcPts val="0"/>
              </a:spcBef>
              <a:spcAft>
                <a:spcPts val="800"/>
              </a:spcAft>
              <a:buSzPts val="1000"/>
              <a:tabLst>
                <a:tab pos="457200" algn="l"/>
              </a:tabLst>
              <a:defRPr/>
            </a:pPr>
            <a:endParaRPr lang="en-IN" sz="2400" b="1" kern="100" dirty="0">
              <a:latin typeface="Times New Roman" panose="02020603050405020304" pitchFamily="18" charset="0"/>
              <a:ea typeface="Aptos" panose="020B0004020202020204" pitchFamily="34" charset="0"/>
              <a:cs typeface="Times New Roman" panose="02020603050405020304" pitchFamily="18" charset="0"/>
            </a:endParaRPr>
          </a:p>
          <a:p>
            <a:pPr algn="just" eaLnBrk="1" fontAlgn="auto" hangingPunct="1">
              <a:lnSpc>
                <a:spcPct val="115000"/>
              </a:lnSpc>
              <a:spcBef>
                <a:spcPts val="0"/>
              </a:spcBef>
              <a:spcAft>
                <a:spcPts val="800"/>
              </a:spcAft>
              <a:buSzPts val="1000"/>
              <a:tabLst>
                <a:tab pos="457200" algn="l"/>
              </a:tabLst>
              <a:defRPr/>
            </a:pPr>
            <a:r>
              <a:rPr lang="en-IN" sz="2400" kern="100" dirty="0">
                <a:latin typeface="Times New Roman" panose="02020603050405020304" pitchFamily="18" charset="0"/>
                <a:ea typeface="Aptos" panose="020B0004020202020204" pitchFamily="34" charset="0"/>
                <a:cs typeface="Times New Roman" panose="02020603050405020304" pitchFamily="18" charset="0"/>
              </a:rPr>
              <a:t> </a:t>
            </a:r>
            <a:r>
              <a:rPr lang="en-US" sz="2400" dirty="0">
                <a:solidFill>
                  <a:srgbClr val="1F1F1F"/>
                </a:solidFill>
                <a:latin typeface="Google Sans"/>
              </a:rPr>
              <a:t>Program outcomes are </a:t>
            </a:r>
            <a:r>
              <a:rPr lang="en-US" sz="2400" dirty="0">
                <a:solidFill>
                  <a:srgbClr val="040C28"/>
                </a:solidFill>
                <a:latin typeface="Google Sans"/>
              </a:rPr>
              <a:t>statements conveying the intent of a program of study</a:t>
            </a:r>
            <a:r>
              <a:rPr lang="en-US" sz="2400" dirty="0">
                <a:solidFill>
                  <a:srgbClr val="1F1F1F"/>
                </a:solidFill>
                <a:latin typeface="Google Sans"/>
              </a:rPr>
              <a:t>. Specifically, program outcomes refer to what a student should know or be able to do at the end of a program. They are often seen as the knowledge and skills students will have obtained by the time they have received their intended degree.</a:t>
            </a:r>
            <a:endParaRPr lang="en-IN" sz="2000" kern="100" dirty="0">
              <a:latin typeface="Aptos" panose="020B0004020202020204" pitchFamily="34" charset="0"/>
              <a:ea typeface="Aptos" panose="020B0004020202020204" pitchFamily="34"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xmlns="" id="{0316E5A4-F5E1-ED26-966D-937F7D61534D}"/>
              </a:ext>
            </a:extLst>
          </p:cNvPr>
          <p:cNvSpPr>
            <a:spLocks noGrp="1"/>
          </p:cNvSpPr>
          <p:nvPr>
            <p:ph type="sldNum" sz="quarter" idx="12"/>
          </p:nvPr>
        </p:nvSpPr>
        <p:spPr/>
        <p:txBody>
          <a:bodyPr/>
          <a:lstStyle/>
          <a:p>
            <a:pPr>
              <a:defRPr/>
            </a:pPr>
            <a:fld id="{2A0FA949-A263-EA41-9329-3FE3BB7C2FD0}" type="slidenum">
              <a:rPr lang="en-IN" smtClean="0"/>
              <a:pPr>
                <a:defRPr/>
              </a:pPr>
              <a:t>5</a:t>
            </a:fld>
            <a:endParaRPr lang="en-IN"/>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A651C0A8-6DA2-5366-256C-5915B8675156}"/>
              </a:ext>
            </a:extLst>
          </p:cNvPr>
          <p:cNvSpPr>
            <a:spLocks noGrp="1"/>
          </p:cNvSpPr>
          <p:nvPr>
            <p:ph type="sldNum" sz="quarter" idx="12"/>
          </p:nvPr>
        </p:nvSpPr>
        <p:spPr/>
        <p:txBody>
          <a:bodyPr/>
          <a:lstStyle/>
          <a:p>
            <a:pPr>
              <a:defRPr/>
            </a:pPr>
            <a:fld id="{CE48B0D1-5931-784D-977D-266EB408F1A9}" type="slidenum">
              <a:rPr lang="en-IN" smtClean="0"/>
              <a:pPr>
                <a:defRPr/>
              </a:pPr>
              <a:t>6</a:t>
            </a:fld>
            <a:endParaRPr lang="en-IN"/>
          </a:p>
        </p:txBody>
      </p:sp>
      <p:graphicFrame>
        <p:nvGraphicFramePr>
          <p:cNvPr id="4" name="Table 3">
            <a:extLst>
              <a:ext uri="{FF2B5EF4-FFF2-40B4-BE49-F238E27FC236}">
                <a16:creationId xmlns:a16="http://schemas.microsoft.com/office/drawing/2014/main" xmlns="" id="{1F4CBD22-C46B-5698-E4F2-4E9FE773ED43}"/>
              </a:ext>
            </a:extLst>
          </p:cNvPr>
          <p:cNvGraphicFramePr>
            <a:graphicFrameLocks noGrp="1"/>
          </p:cNvGraphicFramePr>
          <p:nvPr/>
        </p:nvGraphicFramePr>
        <p:xfrm>
          <a:off x="617538" y="615950"/>
          <a:ext cx="10956925" cy="5929314"/>
        </p:xfrm>
        <a:graphic>
          <a:graphicData uri="http://schemas.openxmlformats.org/drawingml/2006/table">
            <a:tbl>
              <a:tblPr/>
              <a:tblGrid>
                <a:gridCol w="920750">
                  <a:extLst>
                    <a:ext uri="{9D8B030D-6E8A-4147-A177-3AD203B41FA5}">
                      <a16:colId xmlns:a16="http://schemas.microsoft.com/office/drawing/2014/main" xmlns="" val="20000"/>
                    </a:ext>
                  </a:extLst>
                </a:gridCol>
                <a:gridCol w="10036175">
                  <a:extLst>
                    <a:ext uri="{9D8B030D-6E8A-4147-A177-3AD203B41FA5}">
                      <a16:colId xmlns:a16="http://schemas.microsoft.com/office/drawing/2014/main" xmlns="" val="20001"/>
                    </a:ext>
                  </a:extLst>
                </a:gridCol>
              </a:tblGrid>
              <a:tr h="268288">
                <a:tc>
                  <a:txBody>
                    <a:bodyPr/>
                    <a:lstStyle>
                      <a:lvl1pPr marL="6350" indent="-6350">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6350" marR="0" lvl="0" indent="-6350" algn="ctr" defTabSz="914400" rtl="0" eaLnBrk="1" fontAlgn="base" latinLnBrk="0" hangingPunct="1">
                        <a:lnSpc>
                          <a:spcPct val="107000"/>
                        </a:lnSpc>
                        <a:spcBef>
                          <a:spcPct val="0"/>
                        </a:spcBef>
                        <a:spcAft>
                          <a:spcPts val="400"/>
                        </a:spcAft>
                        <a:buClrTx/>
                        <a:buSzTx/>
                        <a:buFontTx/>
                        <a:buNone/>
                        <a:tabLst/>
                      </a:pPr>
                      <a:r>
                        <a:rPr kumimoji="0" lang="en-US" altLang="en-US" sz="1200" b="1" i="0" u="none" strike="noStrike" cap="none" normalizeH="0" baseline="0">
                          <a:ln>
                            <a:noFill/>
                          </a:ln>
                          <a:solidFill>
                            <a:srgbClr val="FFFFFF"/>
                          </a:solidFill>
                          <a:effectLst/>
                          <a:latin typeface="Calibri" panose="020F0502020204030204" pitchFamily="34" charset="0"/>
                        </a:rPr>
                        <a:t>PO No.</a:t>
                      </a:r>
                      <a:endParaRPr kumimoji="0" lang="en-IN" altLang="en-US" sz="1200" b="1" i="0" u="none" strike="noStrike" cap="none" normalizeH="0" baseline="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3318" marR="53318" marT="37091"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marL="6350" indent="-6350">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6350" marR="0" lvl="0" indent="-6350" algn="ctr" defTabSz="914400" rtl="0" eaLnBrk="1" fontAlgn="base" latinLnBrk="0" hangingPunct="1">
                        <a:lnSpc>
                          <a:spcPct val="107000"/>
                        </a:lnSpc>
                        <a:spcBef>
                          <a:spcPct val="0"/>
                        </a:spcBef>
                        <a:spcAft>
                          <a:spcPts val="400"/>
                        </a:spcAft>
                        <a:buClrTx/>
                        <a:buSzTx/>
                        <a:buFontTx/>
                        <a:buNone/>
                        <a:tabLst/>
                      </a:pPr>
                      <a:r>
                        <a:rPr kumimoji="0" lang="en-US" altLang="en-US" sz="1400" b="1" i="0" u="none" strike="noStrike" cap="none" normalizeH="0" baseline="0">
                          <a:ln>
                            <a:noFill/>
                          </a:ln>
                          <a:solidFill>
                            <a:srgbClr val="FFFFFF"/>
                          </a:solidFill>
                          <a:effectLst/>
                          <a:latin typeface="Calibri" panose="020F0502020204030204" pitchFamily="34" charset="0"/>
                        </a:rPr>
                        <a:t>Description of the Program Outcome</a:t>
                      </a:r>
                      <a:endParaRPr kumimoji="0" lang="en-IN" altLang="en-US" sz="1400" b="1" i="0" u="none" strike="noStrike" cap="none" normalizeH="0" baseline="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3318" marR="53318" marT="37091"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xmlns="" val="10000"/>
                  </a:ext>
                </a:extLst>
              </a:tr>
              <a:tr h="501650">
                <a:tc>
                  <a:txBody>
                    <a:bodyPr/>
                    <a:lstStyle>
                      <a:lvl1pPr marL="6350" indent="-6350">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6350" marR="0" lvl="0" indent="-6350" algn="l" defTabSz="914400" rtl="0" eaLnBrk="1" fontAlgn="base" latinLnBrk="0" hangingPunct="1">
                        <a:lnSpc>
                          <a:spcPct val="107000"/>
                        </a:lnSpc>
                        <a:spcBef>
                          <a:spcPct val="0"/>
                        </a:spcBef>
                        <a:spcAft>
                          <a:spcPts val="800"/>
                        </a:spcAft>
                        <a:buClrTx/>
                        <a:buSzTx/>
                        <a:buFontTx/>
                        <a:buNone/>
                        <a:tabLst/>
                      </a:pPr>
                      <a:r>
                        <a:rPr kumimoji="0" lang="en-US" altLang="en-US" sz="1200" b="1" i="0" u="none" strike="noStrike" cap="none" normalizeH="0" baseline="0">
                          <a:ln>
                            <a:noFill/>
                          </a:ln>
                          <a:solidFill>
                            <a:srgbClr val="FFFFFF"/>
                          </a:solidFill>
                          <a:effectLst/>
                          <a:latin typeface="Calibri" panose="020F0502020204030204" pitchFamily="34" charset="0"/>
                        </a:rPr>
                        <a:t>PO1</a:t>
                      </a:r>
                      <a:endParaRPr kumimoji="0" lang="en-IN" altLang="en-US" sz="1200" b="1" i="0" u="none" strike="noStrike" cap="none" normalizeH="0" baseline="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3318" marR="53318" marT="37091"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marL="6350" indent="-6350">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6350" marR="0" lvl="0" indent="-6350" algn="just" defTabSz="914400" rtl="0" eaLnBrk="1" fontAlgn="base" latinLnBrk="0" hangingPunct="1">
                        <a:lnSpc>
                          <a:spcPct val="107000"/>
                        </a:lnSpc>
                        <a:spcBef>
                          <a:spcPct val="0"/>
                        </a:spcBef>
                        <a:spcAft>
                          <a:spcPts val="800"/>
                        </a:spcAft>
                        <a:buClrTx/>
                        <a:buSzTx/>
                        <a:buFontTx/>
                        <a:buNone/>
                        <a:tabLst/>
                      </a:pPr>
                      <a:r>
                        <a:rPr kumimoji="0" lang="en-US" altLang="en-US" sz="1200" b="1" i="0" u="none" strike="noStrike" cap="none" normalizeH="0" baseline="0">
                          <a:ln>
                            <a:noFill/>
                          </a:ln>
                          <a:solidFill>
                            <a:srgbClr val="000000"/>
                          </a:solidFill>
                          <a:effectLst/>
                          <a:latin typeface="Calibri" panose="020F0502020204030204" pitchFamily="34" charset="0"/>
                        </a:rPr>
                        <a:t>Computing Science knowledge</a:t>
                      </a:r>
                      <a:r>
                        <a:rPr kumimoji="0" lang="en-US" altLang="en-US" sz="1200" b="0" i="0" u="none" strike="noStrike" cap="none" normalizeH="0" baseline="0">
                          <a:ln>
                            <a:noFill/>
                          </a:ln>
                          <a:solidFill>
                            <a:srgbClr val="000000"/>
                          </a:solidFill>
                          <a:effectLst/>
                          <a:latin typeface="Calibri" panose="020F0502020204030204" pitchFamily="34" charset="0"/>
                        </a:rPr>
                        <a:t>: Apply the knowledge of mathematics, statistics, computing science and information science fundamentals to the solution of complex computer application problems.</a:t>
                      </a:r>
                      <a:endParaRPr kumimoji="0" lang="en-IN" altLang="en-US" sz="1200" b="0" i="0" u="none" strike="noStrike" cap="none" normalizeH="0" baseline="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3318" marR="53318" marT="37091"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FD5EA"/>
                    </a:solidFill>
                  </a:tcPr>
                </a:tc>
                <a:extLst>
                  <a:ext uri="{0D108BD9-81ED-4DB2-BD59-A6C34878D82A}">
                    <a16:rowId xmlns:a16="http://schemas.microsoft.com/office/drawing/2014/main" xmlns="" val="10001"/>
                  </a:ext>
                </a:extLst>
              </a:tr>
              <a:tr h="501650">
                <a:tc>
                  <a:txBody>
                    <a:bodyPr/>
                    <a:lstStyle>
                      <a:lvl1pPr marL="6350" indent="-6350">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6350" marR="0" lvl="0" indent="-6350" algn="l" defTabSz="914400" rtl="0" eaLnBrk="1" fontAlgn="base" latinLnBrk="0" hangingPunct="1">
                        <a:lnSpc>
                          <a:spcPct val="107000"/>
                        </a:lnSpc>
                        <a:spcBef>
                          <a:spcPct val="0"/>
                        </a:spcBef>
                        <a:spcAft>
                          <a:spcPts val="800"/>
                        </a:spcAft>
                        <a:buClrTx/>
                        <a:buSzTx/>
                        <a:buFontTx/>
                        <a:buNone/>
                        <a:tabLst/>
                      </a:pPr>
                      <a:r>
                        <a:rPr kumimoji="0" lang="en-US" altLang="en-US" sz="1200" b="1" i="0" u="none" strike="noStrike" cap="none" normalizeH="0" baseline="0">
                          <a:ln>
                            <a:noFill/>
                          </a:ln>
                          <a:solidFill>
                            <a:srgbClr val="FFFFFF"/>
                          </a:solidFill>
                          <a:effectLst/>
                          <a:latin typeface="Calibri" panose="020F0502020204030204" pitchFamily="34" charset="0"/>
                        </a:rPr>
                        <a:t>PO2</a:t>
                      </a:r>
                      <a:endParaRPr kumimoji="0" lang="en-IN" altLang="en-US" sz="1200" b="1" i="0" u="none" strike="noStrike" cap="none" normalizeH="0" baseline="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3318" marR="53318" marT="37091"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marL="6350" indent="-6350">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6350" marR="0" lvl="0" indent="-6350" algn="just" defTabSz="914400" rtl="0" eaLnBrk="1" fontAlgn="base" latinLnBrk="0" hangingPunct="1">
                        <a:lnSpc>
                          <a:spcPct val="107000"/>
                        </a:lnSpc>
                        <a:spcBef>
                          <a:spcPct val="0"/>
                        </a:spcBef>
                        <a:spcAft>
                          <a:spcPts val="800"/>
                        </a:spcAft>
                        <a:buClrTx/>
                        <a:buSzTx/>
                        <a:buFontTx/>
                        <a:buNone/>
                        <a:tabLst/>
                      </a:pPr>
                      <a:r>
                        <a:rPr kumimoji="0" lang="en-US" altLang="en-US" sz="1200" b="1" i="0" u="none" strike="noStrike" cap="none" normalizeH="0" baseline="0">
                          <a:ln>
                            <a:noFill/>
                          </a:ln>
                          <a:solidFill>
                            <a:srgbClr val="000000"/>
                          </a:solidFill>
                          <a:effectLst/>
                          <a:latin typeface="Calibri" panose="020F0502020204030204" pitchFamily="34" charset="0"/>
                        </a:rPr>
                        <a:t>Problem analysis: </a:t>
                      </a:r>
                      <a:r>
                        <a:rPr kumimoji="0" lang="en-US" altLang="en-US" sz="1200" b="0" i="0" u="none" strike="noStrike" cap="none" normalizeH="0" baseline="0">
                          <a:ln>
                            <a:noFill/>
                          </a:ln>
                          <a:solidFill>
                            <a:srgbClr val="000000"/>
                          </a:solidFill>
                          <a:effectLst/>
                          <a:latin typeface="Calibri" panose="020F0502020204030204" pitchFamily="34" charset="0"/>
                        </a:rPr>
                        <a:t>Identify, formulate, review research literature, and analyze complex computing science problems reaching substantiated conclusions using first principles of mathematics, natural sciences, and computer sciences.</a:t>
                      </a:r>
                      <a:endParaRPr kumimoji="0" lang="en-IN" altLang="en-US" sz="1200" b="0" i="0" u="none" strike="noStrike" cap="none" normalizeH="0" baseline="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3318" marR="53318" marT="37091"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BF5"/>
                    </a:solidFill>
                  </a:tcPr>
                </a:tc>
                <a:extLst>
                  <a:ext uri="{0D108BD9-81ED-4DB2-BD59-A6C34878D82A}">
                    <a16:rowId xmlns:a16="http://schemas.microsoft.com/office/drawing/2014/main" xmlns="" val="10002"/>
                  </a:ext>
                </a:extLst>
              </a:tr>
              <a:tr h="501650">
                <a:tc>
                  <a:txBody>
                    <a:bodyPr/>
                    <a:lstStyle>
                      <a:lvl1pPr marL="6350" indent="-6350">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6350" marR="0" lvl="0" indent="-6350" algn="l" defTabSz="914400" rtl="0" eaLnBrk="1" fontAlgn="base" latinLnBrk="0" hangingPunct="1">
                        <a:lnSpc>
                          <a:spcPct val="107000"/>
                        </a:lnSpc>
                        <a:spcBef>
                          <a:spcPct val="0"/>
                        </a:spcBef>
                        <a:spcAft>
                          <a:spcPts val="800"/>
                        </a:spcAft>
                        <a:buClrTx/>
                        <a:buSzTx/>
                        <a:buFontTx/>
                        <a:buNone/>
                        <a:tabLst/>
                      </a:pPr>
                      <a:r>
                        <a:rPr kumimoji="0" lang="en-US" altLang="en-US" sz="1200" b="1" i="0" u="none" strike="noStrike" cap="none" normalizeH="0" baseline="0">
                          <a:ln>
                            <a:noFill/>
                          </a:ln>
                          <a:solidFill>
                            <a:srgbClr val="FFFFFF"/>
                          </a:solidFill>
                          <a:effectLst/>
                          <a:latin typeface="Calibri" panose="020F0502020204030204" pitchFamily="34" charset="0"/>
                        </a:rPr>
                        <a:t>PO3</a:t>
                      </a:r>
                      <a:endParaRPr kumimoji="0" lang="en-IN" altLang="en-US" sz="1200" b="1" i="0" u="none" strike="noStrike" cap="none" normalizeH="0" baseline="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3318" marR="53318" marT="37091"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marL="6350" indent="-6350">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6350" marR="0" lvl="0" indent="-6350" algn="just" defTabSz="914400" rtl="0" eaLnBrk="1" fontAlgn="base" latinLnBrk="0" hangingPunct="1">
                        <a:lnSpc>
                          <a:spcPct val="107000"/>
                        </a:lnSpc>
                        <a:spcBef>
                          <a:spcPct val="0"/>
                        </a:spcBef>
                        <a:spcAft>
                          <a:spcPts val="800"/>
                        </a:spcAft>
                        <a:buClrTx/>
                        <a:buSzTx/>
                        <a:buFontTx/>
                        <a:buNone/>
                        <a:tabLst/>
                      </a:pPr>
                      <a:r>
                        <a:rPr kumimoji="0" lang="en-US" altLang="en-US" sz="1200" b="1" i="0" u="none" strike="noStrike" cap="none" normalizeH="0" baseline="0">
                          <a:ln>
                            <a:noFill/>
                          </a:ln>
                          <a:solidFill>
                            <a:srgbClr val="000000"/>
                          </a:solidFill>
                          <a:effectLst/>
                          <a:latin typeface="Calibri" panose="020F0502020204030204" pitchFamily="34" charset="0"/>
                        </a:rPr>
                        <a:t>Design/development of solutions: </a:t>
                      </a:r>
                      <a:r>
                        <a:rPr kumimoji="0" lang="en-US" altLang="en-US" sz="1200" b="0" i="0" u="none" strike="noStrike" cap="none" normalizeH="0" baseline="0">
                          <a:ln>
                            <a:noFill/>
                          </a:ln>
                          <a:solidFill>
                            <a:srgbClr val="000000"/>
                          </a:solidFill>
                          <a:effectLst/>
                          <a:latin typeface="Calibri" panose="020F0502020204030204" pitchFamily="34" charset="0"/>
                        </a:rPr>
                        <a:t>Design solutions for complex computing problems and design system components or processes that meet the specified needs with appropriate consideration for the public health and safety, and the cultural, societal, and environmental considerations.</a:t>
                      </a:r>
                      <a:endParaRPr kumimoji="0" lang="en-IN" altLang="en-US" sz="1200" b="0" i="0" u="none" strike="noStrike" cap="none" normalizeH="0" baseline="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3318" marR="53318" marT="37091"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FD5EA"/>
                    </a:solidFill>
                  </a:tcPr>
                </a:tc>
                <a:extLst>
                  <a:ext uri="{0D108BD9-81ED-4DB2-BD59-A6C34878D82A}">
                    <a16:rowId xmlns:a16="http://schemas.microsoft.com/office/drawing/2014/main" xmlns="" val="10003"/>
                  </a:ext>
                </a:extLst>
              </a:tr>
              <a:tr h="501650">
                <a:tc>
                  <a:txBody>
                    <a:bodyPr/>
                    <a:lstStyle>
                      <a:lvl1pPr marL="6350" indent="-6350">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6350" marR="0" lvl="0" indent="-6350" algn="l" defTabSz="914400" rtl="0" eaLnBrk="1" fontAlgn="base" latinLnBrk="0" hangingPunct="1">
                        <a:lnSpc>
                          <a:spcPct val="107000"/>
                        </a:lnSpc>
                        <a:spcBef>
                          <a:spcPct val="0"/>
                        </a:spcBef>
                        <a:spcAft>
                          <a:spcPts val="800"/>
                        </a:spcAft>
                        <a:buClrTx/>
                        <a:buSzTx/>
                        <a:buFontTx/>
                        <a:buNone/>
                        <a:tabLst/>
                      </a:pPr>
                      <a:r>
                        <a:rPr kumimoji="0" lang="en-US" altLang="en-US" sz="1200" b="1" i="0" u="none" strike="noStrike" cap="none" normalizeH="0" baseline="0">
                          <a:ln>
                            <a:noFill/>
                          </a:ln>
                          <a:solidFill>
                            <a:srgbClr val="FFFFFF"/>
                          </a:solidFill>
                          <a:effectLst/>
                          <a:latin typeface="Calibri" panose="020F0502020204030204" pitchFamily="34" charset="0"/>
                        </a:rPr>
                        <a:t>PO4</a:t>
                      </a:r>
                      <a:endParaRPr kumimoji="0" lang="en-IN" altLang="en-US" sz="1200" b="1" i="0" u="none" strike="noStrike" cap="none" normalizeH="0" baseline="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3318" marR="53318" marT="37091"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marL="6350" indent="-6350">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6350" marR="0" lvl="0" indent="-6350" algn="just" defTabSz="914400" rtl="0" eaLnBrk="1" fontAlgn="base" latinLnBrk="0" hangingPunct="1">
                        <a:lnSpc>
                          <a:spcPct val="107000"/>
                        </a:lnSpc>
                        <a:spcBef>
                          <a:spcPct val="0"/>
                        </a:spcBef>
                        <a:spcAft>
                          <a:spcPts val="800"/>
                        </a:spcAft>
                        <a:buClrTx/>
                        <a:buSzTx/>
                        <a:buFontTx/>
                        <a:buNone/>
                        <a:tabLst/>
                      </a:pPr>
                      <a:r>
                        <a:rPr kumimoji="0" lang="en-US" altLang="en-US" sz="1200" b="1" i="0" u="none" strike="noStrike" cap="none" normalizeH="0" baseline="0">
                          <a:ln>
                            <a:noFill/>
                          </a:ln>
                          <a:solidFill>
                            <a:srgbClr val="000000"/>
                          </a:solidFill>
                          <a:effectLst/>
                          <a:latin typeface="Calibri" panose="020F0502020204030204" pitchFamily="34" charset="0"/>
                        </a:rPr>
                        <a:t>Conduct investigations of complex problems</a:t>
                      </a:r>
                      <a:r>
                        <a:rPr kumimoji="0" lang="en-US" altLang="en-US" sz="1200" b="0" i="0" u="none" strike="noStrike" cap="none" normalizeH="0" baseline="0">
                          <a:ln>
                            <a:noFill/>
                          </a:ln>
                          <a:solidFill>
                            <a:srgbClr val="000000"/>
                          </a:solidFill>
                          <a:effectLst/>
                          <a:latin typeface="Calibri" panose="020F0502020204030204" pitchFamily="34" charset="0"/>
                        </a:rPr>
                        <a:t>: Use research-based knowledge and research methods including design of experiments, analysis and interpretation of data, and synthesis of the information to provide valid conclusions.</a:t>
                      </a:r>
                      <a:endParaRPr kumimoji="0" lang="en-IN" altLang="en-US" sz="1200" b="0" i="0" u="none" strike="noStrike" cap="none" normalizeH="0" baseline="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3318" marR="53318" marT="37091"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BF5"/>
                    </a:solidFill>
                  </a:tcPr>
                </a:tc>
                <a:extLst>
                  <a:ext uri="{0D108BD9-81ED-4DB2-BD59-A6C34878D82A}">
                    <a16:rowId xmlns:a16="http://schemas.microsoft.com/office/drawing/2014/main" xmlns="" val="10004"/>
                  </a:ext>
                </a:extLst>
              </a:tr>
              <a:tr h="501650">
                <a:tc>
                  <a:txBody>
                    <a:bodyPr/>
                    <a:lstStyle>
                      <a:lvl1pPr marL="6350" indent="-6350">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6350" marR="0" lvl="0" indent="-6350" algn="l" defTabSz="914400" rtl="0" eaLnBrk="1" fontAlgn="base" latinLnBrk="0" hangingPunct="1">
                        <a:lnSpc>
                          <a:spcPct val="107000"/>
                        </a:lnSpc>
                        <a:spcBef>
                          <a:spcPct val="0"/>
                        </a:spcBef>
                        <a:spcAft>
                          <a:spcPts val="800"/>
                        </a:spcAft>
                        <a:buClrTx/>
                        <a:buSzTx/>
                        <a:buFontTx/>
                        <a:buNone/>
                        <a:tabLst/>
                      </a:pPr>
                      <a:r>
                        <a:rPr kumimoji="0" lang="en-US" altLang="en-US" sz="1200" b="1" i="0" u="none" strike="noStrike" cap="none" normalizeH="0" baseline="0">
                          <a:ln>
                            <a:noFill/>
                          </a:ln>
                          <a:solidFill>
                            <a:srgbClr val="FFFFFF"/>
                          </a:solidFill>
                          <a:effectLst/>
                          <a:latin typeface="Calibri" panose="020F0502020204030204" pitchFamily="34" charset="0"/>
                        </a:rPr>
                        <a:t>PO5</a:t>
                      </a:r>
                      <a:endParaRPr kumimoji="0" lang="en-IN" altLang="en-US" sz="1200" b="1" i="0" u="none" strike="noStrike" cap="none" normalizeH="0" baseline="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3318" marR="53318" marT="37091"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marL="6350" indent="-6350">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6350" marR="0" lvl="0" indent="-6350" algn="just" defTabSz="914400" rtl="0" eaLnBrk="1" fontAlgn="base" latinLnBrk="0" hangingPunct="1">
                        <a:lnSpc>
                          <a:spcPct val="107000"/>
                        </a:lnSpc>
                        <a:spcBef>
                          <a:spcPct val="0"/>
                        </a:spcBef>
                        <a:spcAft>
                          <a:spcPts val="800"/>
                        </a:spcAft>
                        <a:buClrTx/>
                        <a:buSzTx/>
                        <a:buFontTx/>
                        <a:buNone/>
                        <a:tabLst/>
                      </a:pPr>
                      <a:r>
                        <a:rPr kumimoji="0" lang="en-US" altLang="en-US" sz="1200" b="1" i="0" u="none" strike="noStrike" cap="none" normalizeH="0" baseline="0">
                          <a:ln>
                            <a:noFill/>
                          </a:ln>
                          <a:solidFill>
                            <a:srgbClr val="000000"/>
                          </a:solidFill>
                          <a:effectLst/>
                          <a:latin typeface="Calibri" panose="020F0502020204030204" pitchFamily="34" charset="0"/>
                        </a:rPr>
                        <a:t>Modern tool usage: </a:t>
                      </a:r>
                      <a:r>
                        <a:rPr kumimoji="0" lang="en-US" altLang="en-US" sz="1200" b="0" i="0" u="none" strike="noStrike" cap="none" normalizeH="0" baseline="0">
                          <a:ln>
                            <a:noFill/>
                          </a:ln>
                          <a:solidFill>
                            <a:srgbClr val="000000"/>
                          </a:solidFill>
                          <a:effectLst/>
                          <a:latin typeface="Calibri" panose="020F0502020204030204" pitchFamily="34" charset="0"/>
                        </a:rPr>
                        <a:t>Create, select, and apply appropriate techniques, resources, and modern computing science and IT tools including prediction and modeling to complex computing activities with an understanding of the limitations.</a:t>
                      </a:r>
                      <a:endParaRPr kumimoji="0" lang="en-IN" altLang="en-US" sz="1200" b="0" i="0" u="none" strike="noStrike" cap="none" normalizeH="0" baseline="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3318" marR="53318" marT="37091"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FD5EA"/>
                    </a:solidFill>
                  </a:tcPr>
                </a:tc>
                <a:extLst>
                  <a:ext uri="{0D108BD9-81ED-4DB2-BD59-A6C34878D82A}">
                    <a16:rowId xmlns:a16="http://schemas.microsoft.com/office/drawing/2014/main" xmlns="" val="10005"/>
                  </a:ext>
                </a:extLst>
              </a:tr>
              <a:tr h="501650">
                <a:tc>
                  <a:txBody>
                    <a:bodyPr/>
                    <a:lstStyle>
                      <a:lvl1pPr marL="6350" indent="-6350">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6350" marR="0" lvl="0" indent="-6350" algn="l" defTabSz="914400" rtl="0" eaLnBrk="1" fontAlgn="base" latinLnBrk="0" hangingPunct="1">
                        <a:lnSpc>
                          <a:spcPct val="107000"/>
                        </a:lnSpc>
                        <a:spcBef>
                          <a:spcPct val="0"/>
                        </a:spcBef>
                        <a:spcAft>
                          <a:spcPts val="800"/>
                        </a:spcAft>
                        <a:buClrTx/>
                        <a:buSzTx/>
                        <a:buFontTx/>
                        <a:buNone/>
                        <a:tabLst/>
                      </a:pPr>
                      <a:r>
                        <a:rPr kumimoji="0" lang="en-US" altLang="en-US" sz="1200" b="1" i="0" u="none" strike="noStrike" cap="none" normalizeH="0" baseline="0">
                          <a:ln>
                            <a:noFill/>
                          </a:ln>
                          <a:solidFill>
                            <a:srgbClr val="FFFFFF"/>
                          </a:solidFill>
                          <a:effectLst/>
                          <a:latin typeface="Calibri" panose="020F0502020204030204" pitchFamily="34" charset="0"/>
                        </a:rPr>
                        <a:t>PO6</a:t>
                      </a:r>
                      <a:endParaRPr kumimoji="0" lang="en-IN" altLang="en-US" sz="1200" b="1" i="0" u="none" strike="noStrike" cap="none" normalizeH="0" baseline="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3318" marR="53318" marT="37091"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marL="6350" indent="-6350">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6350" marR="0" lvl="0" indent="-6350" algn="just" defTabSz="914400" rtl="0" eaLnBrk="1" fontAlgn="base" latinLnBrk="0" hangingPunct="1">
                        <a:lnSpc>
                          <a:spcPct val="107000"/>
                        </a:lnSpc>
                        <a:spcBef>
                          <a:spcPct val="0"/>
                        </a:spcBef>
                        <a:spcAft>
                          <a:spcPts val="800"/>
                        </a:spcAft>
                        <a:buClrTx/>
                        <a:buSzTx/>
                        <a:buFontTx/>
                        <a:buNone/>
                        <a:tabLst/>
                      </a:pPr>
                      <a:r>
                        <a:rPr kumimoji="0" lang="en-US" altLang="en-US" sz="1200" b="1" i="0" u="none" strike="noStrike" cap="none" normalizeH="0" baseline="0">
                          <a:ln>
                            <a:noFill/>
                          </a:ln>
                          <a:solidFill>
                            <a:srgbClr val="000000"/>
                          </a:solidFill>
                          <a:effectLst/>
                          <a:latin typeface="Calibri" panose="020F0502020204030204" pitchFamily="34" charset="0"/>
                        </a:rPr>
                        <a:t>IT specialist and society</a:t>
                      </a:r>
                      <a:r>
                        <a:rPr kumimoji="0" lang="en-US" altLang="en-US" sz="1200" b="0" i="0" u="none" strike="noStrike" cap="none" normalizeH="0" baseline="0">
                          <a:ln>
                            <a:noFill/>
                          </a:ln>
                          <a:solidFill>
                            <a:srgbClr val="000000"/>
                          </a:solidFill>
                          <a:effectLst/>
                          <a:latin typeface="Calibri" panose="020F0502020204030204" pitchFamily="34" charset="0"/>
                        </a:rPr>
                        <a:t>: Apply reasoning informed by the contextual knowledge to assess societal, health, safety, legal and cultural issues and the consequent responsibilities relevant to the professional computing science and information science practice.</a:t>
                      </a:r>
                      <a:endParaRPr kumimoji="0" lang="en-IN" altLang="en-US" sz="1200" b="0" i="0" u="none" strike="noStrike" cap="none" normalizeH="0" baseline="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3318" marR="53318" marT="37091"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BF5"/>
                    </a:solidFill>
                  </a:tcPr>
                </a:tc>
                <a:extLst>
                  <a:ext uri="{0D108BD9-81ED-4DB2-BD59-A6C34878D82A}">
                    <a16:rowId xmlns:a16="http://schemas.microsoft.com/office/drawing/2014/main" xmlns="" val="10006"/>
                  </a:ext>
                </a:extLst>
              </a:tr>
              <a:tr h="501650">
                <a:tc>
                  <a:txBody>
                    <a:bodyPr/>
                    <a:lstStyle>
                      <a:lvl1pPr marL="6350" indent="-6350">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6350" marR="0" lvl="0" indent="-6350" algn="l" defTabSz="914400" rtl="0" eaLnBrk="1" fontAlgn="base" latinLnBrk="0" hangingPunct="1">
                        <a:lnSpc>
                          <a:spcPct val="107000"/>
                        </a:lnSpc>
                        <a:spcBef>
                          <a:spcPct val="0"/>
                        </a:spcBef>
                        <a:spcAft>
                          <a:spcPts val="800"/>
                        </a:spcAft>
                        <a:buClrTx/>
                        <a:buSzTx/>
                        <a:buFontTx/>
                        <a:buNone/>
                        <a:tabLst/>
                      </a:pPr>
                      <a:r>
                        <a:rPr kumimoji="0" lang="en-US" altLang="en-US" sz="1200" b="1" i="0" u="none" strike="noStrike" cap="none" normalizeH="0" baseline="0">
                          <a:ln>
                            <a:noFill/>
                          </a:ln>
                          <a:solidFill>
                            <a:srgbClr val="FFFFFF"/>
                          </a:solidFill>
                          <a:effectLst/>
                          <a:latin typeface="Calibri" panose="020F0502020204030204" pitchFamily="34" charset="0"/>
                        </a:rPr>
                        <a:t>PO7</a:t>
                      </a:r>
                      <a:endParaRPr kumimoji="0" lang="en-IN" altLang="en-US" sz="1200" b="1" i="0" u="none" strike="noStrike" cap="none" normalizeH="0" baseline="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3318" marR="53318" marT="37091"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marL="6350" indent="-6350">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6350" marR="0" lvl="0" indent="-6350" algn="just" defTabSz="914400" rtl="0" eaLnBrk="1" fontAlgn="base" latinLnBrk="0" hangingPunct="1">
                        <a:lnSpc>
                          <a:spcPct val="107000"/>
                        </a:lnSpc>
                        <a:spcBef>
                          <a:spcPct val="0"/>
                        </a:spcBef>
                        <a:spcAft>
                          <a:spcPts val="800"/>
                        </a:spcAft>
                        <a:buClrTx/>
                        <a:buSzTx/>
                        <a:buFontTx/>
                        <a:buNone/>
                        <a:tabLst/>
                      </a:pPr>
                      <a:r>
                        <a:rPr kumimoji="0" lang="en-US" altLang="en-US" sz="1200" b="1" i="0" u="none" strike="noStrike" cap="none" normalizeH="0" baseline="0">
                          <a:ln>
                            <a:noFill/>
                          </a:ln>
                          <a:solidFill>
                            <a:srgbClr val="000000"/>
                          </a:solidFill>
                          <a:effectLst/>
                          <a:latin typeface="Calibri" panose="020F0502020204030204" pitchFamily="34" charset="0"/>
                        </a:rPr>
                        <a:t>Environment and sustainability: </a:t>
                      </a:r>
                      <a:r>
                        <a:rPr kumimoji="0" lang="en-US" altLang="en-US" sz="1200" b="0" i="0" u="none" strike="noStrike" cap="none" normalizeH="0" baseline="0">
                          <a:ln>
                            <a:noFill/>
                          </a:ln>
                          <a:solidFill>
                            <a:srgbClr val="000000"/>
                          </a:solidFill>
                          <a:effectLst/>
                          <a:latin typeface="Calibri" panose="020F0502020204030204" pitchFamily="34" charset="0"/>
                        </a:rPr>
                        <a:t>Understand the impact of the professional computing science solutions in societal and environmental contexts, and demonstrate the knowledge of, and need for sustainable development.</a:t>
                      </a:r>
                      <a:endParaRPr kumimoji="0" lang="en-IN" altLang="en-US" sz="1200" b="0" i="0" u="none" strike="noStrike" cap="none" normalizeH="0" baseline="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3318" marR="53318" marT="37091"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FD5EA"/>
                    </a:solidFill>
                  </a:tcPr>
                </a:tc>
                <a:extLst>
                  <a:ext uri="{0D108BD9-81ED-4DB2-BD59-A6C34878D82A}">
                    <a16:rowId xmlns:a16="http://schemas.microsoft.com/office/drawing/2014/main" xmlns="" val="10007"/>
                  </a:ext>
                </a:extLst>
              </a:tr>
              <a:tr h="322263">
                <a:tc>
                  <a:txBody>
                    <a:bodyPr/>
                    <a:lstStyle>
                      <a:lvl1pPr marL="6350" indent="-6350">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6350" marR="0" lvl="0" indent="-6350" algn="l" defTabSz="914400" rtl="0" eaLnBrk="1" fontAlgn="base" latinLnBrk="0" hangingPunct="1">
                        <a:lnSpc>
                          <a:spcPct val="107000"/>
                        </a:lnSpc>
                        <a:spcBef>
                          <a:spcPct val="0"/>
                        </a:spcBef>
                        <a:spcAft>
                          <a:spcPts val="800"/>
                        </a:spcAft>
                        <a:buClrTx/>
                        <a:buSzTx/>
                        <a:buFontTx/>
                        <a:buNone/>
                        <a:tabLst/>
                      </a:pPr>
                      <a:r>
                        <a:rPr kumimoji="0" lang="en-US" altLang="en-US" sz="1200" b="1" i="0" u="none" strike="noStrike" cap="none" normalizeH="0" baseline="0">
                          <a:ln>
                            <a:noFill/>
                          </a:ln>
                          <a:solidFill>
                            <a:srgbClr val="FFFFFF"/>
                          </a:solidFill>
                          <a:effectLst/>
                          <a:latin typeface="Calibri" panose="020F0502020204030204" pitchFamily="34" charset="0"/>
                        </a:rPr>
                        <a:t>PO8</a:t>
                      </a:r>
                      <a:endParaRPr kumimoji="0" lang="en-IN" altLang="en-US" sz="1200" b="1" i="0" u="none" strike="noStrike" cap="none" normalizeH="0" baseline="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3318" marR="53318" marT="37091"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marL="6350" indent="-6350">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6350" marR="0" lvl="0" indent="-6350" algn="just" defTabSz="914400" rtl="0" eaLnBrk="1" fontAlgn="base" latinLnBrk="0" hangingPunct="1">
                        <a:lnSpc>
                          <a:spcPct val="107000"/>
                        </a:lnSpc>
                        <a:spcBef>
                          <a:spcPct val="0"/>
                        </a:spcBef>
                        <a:spcAft>
                          <a:spcPts val="800"/>
                        </a:spcAft>
                        <a:buClrTx/>
                        <a:buSzTx/>
                        <a:buFontTx/>
                        <a:buNone/>
                        <a:tabLst/>
                      </a:pPr>
                      <a:r>
                        <a:rPr kumimoji="0" lang="en-US" altLang="en-US" sz="1200" b="1" i="0" u="none" strike="noStrike" cap="none" normalizeH="0" baseline="0">
                          <a:ln>
                            <a:noFill/>
                          </a:ln>
                          <a:solidFill>
                            <a:srgbClr val="000000"/>
                          </a:solidFill>
                          <a:effectLst/>
                          <a:latin typeface="Calibri" panose="020F0502020204030204" pitchFamily="34" charset="0"/>
                        </a:rPr>
                        <a:t>Ethics: </a:t>
                      </a:r>
                      <a:r>
                        <a:rPr kumimoji="0" lang="en-US" altLang="en-US" sz="1200" b="0" i="0" u="none" strike="noStrike" cap="none" normalizeH="0" baseline="0">
                          <a:ln>
                            <a:noFill/>
                          </a:ln>
                          <a:solidFill>
                            <a:srgbClr val="000000"/>
                          </a:solidFill>
                          <a:effectLst/>
                          <a:latin typeface="Calibri" panose="020F0502020204030204" pitchFamily="34" charset="0"/>
                        </a:rPr>
                        <a:t>Apply ethical principles and commit to professional ethics and responsibilities and norms of the computing science practice.</a:t>
                      </a:r>
                      <a:endParaRPr kumimoji="0" lang="en-IN" altLang="en-US" sz="1200" b="0" i="0" u="none" strike="noStrike" cap="none" normalizeH="0" baseline="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3318" marR="53318" marT="37091"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BF5"/>
                    </a:solidFill>
                  </a:tcPr>
                </a:tc>
                <a:extLst>
                  <a:ext uri="{0D108BD9-81ED-4DB2-BD59-A6C34878D82A}">
                    <a16:rowId xmlns:a16="http://schemas.microsoft.com/office/drawing/2014/main" xmlns="" val="10008"/>
                  </a:ext>
                </a:extLst>
              </a:tr>
              <a:tr h="322263">
                <a:tc>
                  <a:txBody>
                    <a:bodyPr/>
                    <a:lstStyle>
                      <a:lvl1pPr marL="6350" indent="-6350">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6350" marR="0" lvl="0" indent="-6350" algn="l" defTabSz="914400" rtl="0" eaLnBrk="1" fontAlgn="base" latinLnBrk="0" hangingPunct="1">
                        <a:lnSpc>
                          <a:spcPct val="107000"/>
                        </a:lnSpc>
                        <a:spcBef>
                          <a:spcPct val="0"/>
                        </a:spcBef>
                        <a:spcAft>
                          <a:spcPts val="800"/>
                        </a:spcAft>
                        <a:buClrTx/>
                        <a:buSzTx/>
                        <a:buFontTx/>
                        <a:buNone/>
                        <a:tabLst/>
                      </a:pPr>
                      <a:r>
                        <a:rPr kumimoji="0" lang="en-US" altLang="en-US" sz="1200" b="1" i="0" u="none" strike="noStrike" cap="none" normalizeH="0" baseline="0">
                          <a:ln>
                            <a:noFill/>
                          </a:ln>
                          <a:solidFill>
                            <a:srgbClr val="FFFFFF"/>
                          </a:solidFill>
                          <a:effectLst/>
                          <a:latin typeface="Calibri" panose="020F0502020204030204" pitchFamily="34" charset="0"/>
                        </a:rPr>
                        <a:t>PO9</a:t>
                      </a:r>
                      <a:endParaRPr kumimoji="0" lang="en-IN" altLang="en-US" sz="1200" b="1" i="0" u="none" strike="noStrike" cap="none" normalizeH="0" baseline="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3318" marR="53318" marT="37091"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marL="6350" indent="-6350">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6350" marR="0" lvl="0" indent="-6350" algn="just" defTabSz="914400" rtl="0" eaLnBrk="1" fontAlgn="base" latinLnBrk="0" hangingPunct="1">
                        <a:lnSpc>
                          <a:spcPct val="107000"/>
                        </a:lnSpc>
                        <a:spcBef>
                          <a:spcPct val="0"/>
                        </a:spcBef>
                        <a:spcAft>
                          <a:spcPts val="800"/>
                        </a:spcAft>
                        <a:buClrTx/>
                        <a:buSzTx/>
                        <a:buFontTx/>
                        <a:buNone/>
                        <a:tabLst/>
                      </a:pPr>
                      <a:r>
                        <a:rPr kumimoji="0" lang="en-US" altLang="en-US" sz="1200" b="1" i="0" u="none" strike="noStrike" cap="none" normalizeH="0" baseline="0">
                          <a:ln>
                            <a:noFill/>
                          </a:ln>
                          <a:solidFill>
                            <a:srgbClr val="000000"/>
                          </a:solidFill>
                          <a:effectLst/>
                          <a:latin typeface="Calibri" panose="020F0502020204030204" pitchFamily="34" charset="0"/>
                        </a:rPr>
                        <a:t>Individual and team work: </a:t>
                      </a:r>
                      <a:r>
                        <a:rPr kumimoji="0" lang="en-US" altLang="en-US" sz="1200" b="0" i="0" u="none" strike="noStrike" cap="none" normalizeH="0" baseline="0">
                          <a:ln>
                            <a:noFill/>
                          </a:ln>
                          <a:solidFill>
                            <a:srgbClr val="000000"/>
                          </a:solidFill>
                          <a:effectLst/>
                          <a:latin typeface="Calibri" panose="020F0502020204030204" pitchFamily="34" charset="0"/>
                        </a:rPr>
                        <a:t>Function effectively as an individual, and as a member or leader in diverse teams, and in multidisciplinary settings.</a:t>
                      </a:r>
                      <a:endParaRPr kumimoji="0" lang="en-IN" altLang="en-US" sz="1200" b="0" i="0" u="none" strike="noStrike" cap="none" normalizeH="0" baseline="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3318" marR="53318" marT="37091"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FD5EA"/>
                    </a:solidFill>
                  </a:tcPr>
                </a:tc>
                <a:extLst>
                  <a:ext uri="{0D108BD9-81ED-4DB2-BD59-A6C34878D82A}">
                    <a16:rowId xmlns:a16="http://schemas.microsoft.com/office/drawing/2014/main" xmlns="" val="10009"/>
                  </a:ext>
                </a:extLst>
              </a:tr>
              <a:tr h="501650">
                <a:tc>
                  <a:txBody>
                    <a:bodyPr/>
                    <a:lstStyle>
                      <a:lvl1pPr marL="6350" indent="-6350">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6350" marR="0" lvl="0" indent="-6350" algn="l" defTabSz="914400" rtl="0" eaLnBrk="1" fontAlgn="base" latinLnBrk="0" hangingPunct="1">
                        <a:lnSpc>
                          <a:spcPct val="107000"/>
                        </a:lnSpc>
                        <a:spcBef>
                          <a:spcPct val="0"/>
                        </a:spcBef>
                        <a:spcAft>
                          <a:spcPts val="800"/>
                        </a:spcAft>
                        <a:buClrTx/>
                        <a:buSzTx/>
                        <a:buFontTx/>
                        <a:buNone/>
                        <a:tabLst/>
                      </a:pPr>
                      <a:r>
                        <a:rPr kumimoji="0" lang="en-US" altLang="en-US" sz="1200" b="1" i="0" u="none" strike="noStrike" cap="none" normalizeH="0" baseline="0">
                          <a:ln>
                            <a:noFill/>
                          </a:ln>
                          <a:solidFill>
                            <a:srgbClr val="FFFFFF"/>
                          </a:solidFill>
                          <a:effectLst/>
                          <a:latin typeface="Calibri" panose="020F0502020204030204" pitchFamily="34" charset="0"/>
                        </a:rPr>
                        <a:t>PO10</a:t>
                      </a:r>
                      <a:endParaRPr kumimoji="0" lang="en-IN" altLang="en-US" sz="1200" b="1" i="0" u="none" strike="noStrike" cap="none" normalizeH="0" baseline="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3318" marR="53318" marT="37091"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marL="6350" indent="-6350">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6350" marR="0" lvl="0" indent="-6350" algn="just" defTabSz="914400" rtl="0" eaLnBrk="1" fontAlgn="base" latinLnBrk="0" hangingPunct="1">
                        <a:lnSpc>
                          <a:spcPct val="107000"/>
                        </a:lnSpc>
                        <a:spcBef>
                          <a:spcPct val="0"/>
                        </a:spcBef>
                        <a:spcAft>
                          <a:spcPts val="800"/>
                        </a:spcAft>
                        <a:buClrTx/>
                        <a:buSzTx/>
                        <a:buFontTx/>
                        <a:buNone/>
                        <a:tabLst/>
                      </a:pPr>
                      <a:r>
                        <a:rPr kumimoji="0" lang="en-US" altLang="en-US" sz="1200" b="1" i="0" u="none" strike="noStrike" cap="none" normalizeH="0" baseline="0">
                          <a:ln>
                            <a:noFill/>
                          </a:ln>
                          <a:solidFill>
                            <a:srgbClr val="000000"/>
                          </a:solidFill>
                          <a:effectLst/>
                          <a:latin typeface="Calibri" panose="020F0502020204030204" pitchFamily="34" charset="0"/>
                        </a:rPr>
                        <a:t>Communication: </a:t>
                      </a:r>
                      <a:r>
                        <a:rPr kumimoji="0" lang="en-US" altLang="en-US" sz="1200" b="0" i="0" u="none" strike="noStrike" cap="none" normalizeH="0" baseline="0">
                          <a:ln>
                            <a:noFill/>
                          </a:ln>
                          <a:solidFill>
                            <a:srgbClr val="000000"/>
                          </a:solidFill>
                          <a:effectLst/>
                          <a:latin typeface="Calibri" panose="020F0502020204030204" pitchFamily="34" charset="0"/>
                        </a:rPr>
                        <a:t>Communicate effectively on complex engineering activities with the IT analyst community and with society at large, such as, being able to comprehend and write effective reports and design documentation, make effective presentations, and give and receive clear instructions.</a:t>
                      </a:r>
                      <a:endParaRPr kumimoji="0" lang="en-IN" altLang="en-US" sz="1200" b="0" i="0" u="none" strike="noStrike" cap="none" normalizeH="0" baseline="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3318" marR="53318" marT="37091"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BF5"/>
                    </a:solidFill>
                  </a:tcPr>
                </a:tc>
                <a:extLst>
                  <a:ext uri="{0D108BD9-81ED-4DB2-BD59-A6C34878D82A}">
                    <a16:rowId xmlns:a16="http://schemas.microsoft.com/office/drawing/2014/main" xmlns="" val="10010"/>
                  </a:ext>
                </a:extLst>
              </a:tr>
              <a:tr h="501650">
                <a:tc>
                  <a:txBody>
                    <a:bodyPr/>
                    <a:lstStyle>
                      <a:lvl1pPr marL="6350" indent="-6350">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6350" marR="0" lvl="0" indent="-6350" algn="l" defTabSz="914400" rtl="0" eaLnBrk="1" fontAlgn="base" latinLnBrk="0" hangingPunct="1">
                        <a:lnSpc>
                          <a:spcPct val="107000"/>
                        </a:lnSpc>
                        <a:spcBef>
                          <a:spcPct val="0"/>
                        </a:spcBef>
                        <a:spcAft>
                          <a:spcPts val="800"/>
                        </a:spcAft>
                        <a:buClrTx/>
                        <a:buSzTx/>
                        <a:buFontTx/>
                        <a:buNone/>
                        <a:tabLst/>
                      </a:pPr>
                      <a:r>
                        <a:rPr kumimoji="0" lang="en-US" altLang="en-US" sz="1200" b="1" i="0" u="none" strike="noStrike" cap="none" normalizeH="0" baseline="0">
                          <a:ln>
                            <a:noFill/>
                          </a:ln>
                          <a:solidFill>
                            <a:srgbClr val="FFFFFF"/>
                          </a:solidFill>
                          <a:effectLst/>
                          <a:latin typeface="Calibri" panose="020F0502020204030204" pitchFamily="34" charset="0"/>
                        </a:rPr>
                        <a:t>PO11</a:t>
                      </a:r>
                      <a:endParaRPr kumimoji="0" lang="en-IN" altLang="en-US" sz="1200" b="1" i="0" u="none" strike="noStrike" cap="none" normalizeH="0" baseline="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3318" marR="53318" marT="37091"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marL="6350" indent="-6350">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6350" marR="0" lvl="0" indent="-6350" algn="just" defTabSz="914400" rtl="0" eaLnBrk="1" fontAlgn="base" latinLnBrk="0" hangingPunct="1">
                        <a:lnSpc>
                          <a:spcPct val="107000"/>
                        </a:lnSpc>
                        <a:spcBef>
                          <a:spcPct val="0"/>
                        </a:spcBef>
                        <a:spcAft>
                          <a:spcPts val="800"/>
                        </a:spcAft>
                        <a:buClrTx/>
                        <a:buSzTx/>
                        <a:buFontTx/>
                        <a:buNone/>
                        <a:tabLst/>
                      </a:pPr>
                      <a:r>
                        <a:rPr kumimoji="0" lang="en-US" altLang="en-US" sz="1200" b="1" i="0" u="none" strike="noStrike" cap="none" normalizeH="0" baseline="0">
                          <a:ln>
                            <a:noFill/>
                          </a:ln>
                          <a:solidFill>
                            <a:srgbClr val="000000"/>
                          </a:solidFill>
                          <a:effectLst/>
                          <a:latin typeface="Calibri" panose="020F0502020204030204" pitchFamily="34" charset="0"/>
                        </a:rPr>
                        <a:t>Project management and finance: </a:t>
                      </a:r>
                      <a:r>
                        <a:rPr kumimoji="0" lang="en-US" altLang="en-US" sz="1200" b="0" i="0" u="none" strike="noStrike" cap="none" normalizeH="0" baseline="0">
                          <a:ln>
                            <a:noFill/>
                          </a:ln>
                          <a:solidFill>
                            <a:srgbClr val="000000"/>
                          </a:solidFill>
                          <a:effectLst/>
                          <a:latin typeface="Calibri" panose="020F0502020204030204" pitchFamily="34" charset="0"/>
                        </a:rPr>
                        <a:t>Demonstrate knowledge and understanding of the computing science and management principles and apply these to one’s own work, as a member and leader in a team, to manage projects and in multidisciplinary environments.</a:t>
                      </a:r>
                      <a:endParaRPr kumimoji="0" lang="en-IN" altLang="en-US" sz="1200" b="0" i="0" u="none" strike="noStrike" cap="none" normalizeH="0" baseline="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3318" marR="53318" marT="37091"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FD5EA"/>
                    </a:solidFill>
                  </a:tcPr>
                </a:tc>
                <a:extLst>
                  <a:ext uri="{0D108BD9-81ED-4DB2-BD59-A6C34878D82A}">
                    <a16:rowId xmlns:a16="http://schemas.microsoft.com/office/drawing/2014/main" xmlns="" val="10011"/>
                  </a:ext>
                </a:extLst>
              </a:tr>
              <a:tr h="501650">
                <a:tc>
                  <a:txBody>
                    <a:bodyPr/>
                    <a:lstStyle>
                      <a:lvl1pPr marL="6350" indent="-6350">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6350" marR="0" lvl="0" indent="-6350" algn="l" defTabSz="914400" rtl="0" eaLnBrk="1" fontAlgn="base" latinLnBrk="0" hangingPunct="1">
                        <a:lnSpc>
                          <a:spcPct val="107000"/>
                        </a:lnSpc>
                        <a:spcBef>
                          <a:spcPct val="0"/>
                        </a:spcBef>
                        <a:spcAft>
                          <a:spcPts val="800"/>
                        </a:spcAft>
                        <a:buClrTx/>
                        <a:buSzTx/>
                        <a:buFontTx/>
                        <a:buNone/>
                        <a:tabLst/>
                      </a:pPr>
                      <a:r>
                        <a:rPr kumimoji="0" lang="en-US" altLang="en-US" sz="1200" b="1" i="0" u="none" strike="noStrike" cap="none" normalizeH="0" baseline="0">
                          <a:ln>
                            <a:noFill/>
                          </a:ln>
                          <a:solidFill>
                            <a:srgbClr val="FFFFFF"/>
                          </a:solidFill>
                          <a:effectLst/>
                          <a:latin typeface="Calibri" panose="020F0502020204030204" pitchFamily="34" charset="0"/>
                        </a:rPr>
                        <a:t>PO12</a:t>
                      </a:r>
                      <a:endParaRPr kumimoji="0" lang="en-IN" altLang="en-US" sz="1200" b="1" i="0" u="none" strike="noStrike" cap="none" normalizeH="0" baseline="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3318" marR="53318" marT="37091"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marL="6350" indent="-6350">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6350" marR="0" lvl="0" indent="-6350" algn="just" defTabSz="914400" rtl="0" eaLnBrk="1" fontAlgn="base" latinLnBrk="0" hangingPunct="1">
                        <a:lnSpc>
                          <a:spcPct val="107000"/>
                        </a:lnSpc>
                        <a:spcBef>
                          <a:spcPct val="0"/>
                        </a:spcBef>
                        <a:spcAft>
                          <a:spcPts val="800"/>
                        </a:spcAft>
                        <a:buClrTx/>
                        <a:buSzTx/>
                        <a:buFontTx/>
                        <a:buNone/>
                        <a:tabLst/>
                      </a:pPr>
                      <a:r>
                        <a:rPr kumimoji="0" lang="en-US" altLang="en-US" sz="1200" b="1" i="0" u="none" strike="noStrike" cap="none" normalizeH="0" baseline="0">
                          <a:ln>
                            <a:noFill/>
                          </a:ln>
                          <a:solidFill>
                            <a:srgbClr val="000000"/>
                          </a:solidFill>
                          <a:effectLst/>
                          <a:latin typeface="Calibri" panose="020F0502020204030204" pitchFamily="34" charset="0"/>
                        </a:rPr>
                        <a:t>Life-long learning: </a:t>
                      </a:r>
                      <a:r>
                        <a:rPr kumimoji="0" lang="en-US" altLang="en-US" sz="1200" b="0" i="0" u="none" strike="noStrike" cap="none" normalizeH="0" baseline="0">
                          <a:ln>
                            <a:noFill/>
                          </a:ln>
                          <a:solidFill>
                            <a:srgbClr val="000000"/>
                          </a:solidFill>
                          <a:effectLst/>
                          <a:latin typeface="Calibri" panose="020F0502020204030204" pitchFamily="34" charset="0"/>
                        </a:rPr>
                        <a:t>Recognize the need for, and have the preparation and ability to engage in independent and life-long learning in the broadest context of technological change.</a:t>
                      </a:r>
                      <a:endParaRPr kumimoji="0" lang="en-IN" altLang="en-US" sz="1200" b="0" i="0" u="none" strike="noStrike" cap="none" normalizeH="0" baseline="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3318" marR="53318" marT="37091"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BF5"/>
                    </a:solidFill>
                  </a:tcPr>
                </a:tc>
                <a:extLst>
                  <a:ext uri="{0D108BD9-81ED-4DB2-BD59-A6C34878D82A}">
                    <a16:rowId xmlns:a16="http://schemas.microsoft.com/office/drawing/2014/main" xmlns="" val="10012"/>
                  </a:ext>
                </a:extLst>
              </a:tr>
            </a:tbl>
          </a:graphicData>
        </a:graphic>
      </p:graphicFrame>
      <p:sp>
        <p:nvSpPr>
          <p:cNvPr id="5" name="TextBox 4">
            <a:extLst>
              <a:ext uri="{FF2B5EF4-FFF2-40B4-BE49-F238E27FC236}">
                <a16:creationId xmlns:a16="http://schemas.microsoft.com/office/drawing/2014/main" xmlns="" id="{1AB9FA18-7278-9F40-7A00-506CCBEC7F98}"/>
              </a:ext>
            </a:extLst>
          </p:cNvPr>
          <p:cNvSpPr txBox="1"/>
          <p:nvPr/>
        </p:nvSpPr>
        <p:spPr>
          <a:xfrm>
            <a:off x="617538" y="122238"/>
            <a:ext cx="10955337" cy="493712"/>
          </a:xfrm>
          <a:prstGeom prst="rect">
            <a:avLst/>
          </a:prstGeom>
          <a:noFill/>
        </p:spPr>
        <p:txBody>
          <a:bodyPr>
            <a:spAutoFit/>
          </a:bodyPr>
          <a:lstStyle/>
          <a:p>
            <a:pPr marL="342900" indent="-342900" algn="just" eaLnBrk="1" fontAlgn="auto" hangingPunct="1">
              <a:lnSpc>
                <a:spcPct val="115000"/>
              </a:lnSpc>
              <a:spcBef>
                <a:spcPts val="0"/>
              </a:spcBef>
              <a:spcAft>
                <a:spcPts val="800"/>
              </a:spcAft>
              <a:buSzPts val="1000"/>
              <a:buFont typeface="Symbol" panose="05050102010706020507" pitchFamily="18" charset="2"/>
              <a:buChar char=""/>
              <a:tabLst>
                <a:tab pos="457200" algn="l"/>
              </a:tabLst>
              <a:defRPr/>
            </a:pPr>
            <a:r>
              <a:rPr lang="en-IN" sz="2400" b="1" kern="100" dirty="0">
                <a:latin typeface="Times New Roman" panose="02020603050405020304" pitchFamily="18" charset="0"/>
                <a:ea typeface="Aptos" panose="020B0004020202020204" pitchFamily="34" charset="0"/>
                <a:cs typeface="Times New Roman" panose="02020603050405020304" pitchFamily="18" charset="0"/>
              </a:rPr>
              <a:t>List of POs:</a:t>
            </a:r>
            <a:endParaRPr lang="en-IN" sz="2400" kern="100" dirty="0">
              <a:latin typeface="Aptos" panose="020B0004020202020204" pitchFamily="34" charset="0"/>
              <a:ea typeface="Aptos" panose="020B0004020202020204" pitchFamily="34"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Galgotias University - Wikipedia">
            <a:extLst>
              <a:ext uri="{FF2B5EF4-FFF2-40B4-BE49-F238E27FC236}">
                <a16:creationId xmlns:a16="http://schemas.microsoft.com/office/drawing/2014/main" xmlns="" id="{D55A7BA4-21C6-A8C2-BA96-C01D46D4D77A}"/>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9213" y="30163"/>
            <a:ext cx="1101725" cy="1101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xmlns="" id="{A344AF4C-9D76-0A7F-AE54-6AE31C54EE60}"/>
              </a:ext>
            </a:extLst>
          </p:cNvPr>
          <p:cNvCxnSpPr>
            <a:cxnSpLocks/>
          </p:cNvCxnSpPr>
          <p:nvPr/>
        </p:nvCxnSpPr>
        <p:spPr>
          <a:xfrm>
            <a:off x="1017588" y="708025"/>
            <a:ext cx="11174412"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10244" name="TextBox 8">
            <a:extLst>
              <a:ext uri="{FF2B5EF4-FFF2-40B4-BE49-F238E27FC236}">
                <a16:creationId xmlns:a16="http://schemas.microsoft.com/office/drawing/2014/main" xmlns="" id="{E80BE2BE-08F4-34FA-2C04-8963D8FDBE1B}"/>
              </a:ext>
            </a:extLst>
          </p:cNvPr>
          <p:cNvSpPr txBox="1">
            <a:spLocks noChangeArrowheads="1"/>
          </p:cNvSpPr>
          <p:nvPr/>
        </p:nvSpPr>
        <p:spPr bwMode="auto">
          <a:xfrm>
            <a:off x="1017588" y="46038"/>
            <a:ext cx="11125200" cy="646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IN" altLang="en-US" sz="3600" b="1">
                <a:solidFill>
                  <a:srgbClr val="C00000"/>
                </a:solidFill>
              </a:rPr>
              <a:t>Program Specific Outcomes (PSO)</a:t>
            </a:r>
          </a:p>
        </p:txBody>
      </p:sp>
      <p:sp>
        <p:nvSpPr>
          <p:cNvPr id="4" name="TextBox 3">
            <a:extLst>
              <a:ext uri="{FF2B5EF4-FFF2-40B4-BE49-F238E27FC236}">
                <a16:creationId xmlns:a16="http://schemas.microsoft.com/office/drawing/2014/main" xmlns="" id="{8D961651-8949-48D1-E1D5-90CE173934D3}"/>
              </a:ext>
            </a:extLst>
          </p:cNvPr>
          <p:cNvSpPr txBox="1"/>
          <p:nvPr/>
        </p:nvSpPr>
        <p:spPr>
          <a:xfrm>
            <a:off x="384175" y="1146175"/>
            <a:ext cx="11174413" cy="2644775"/>
          </a:xfrm>
          <a:prstGeom prst="rect">
            <a:avLst/>
          </a:prstGeom>
          <a:noFill/>
        </p:spPr>
        <p:txBody>
          <a:bodyPr>
            <a:spAutoFit/>
          </a:bodyPr>
          <a:lstStyle/>
          <a:p>
            <a:pPr marL="342900" indent="-342900" algn="just" eaLnBrk="1" fontAlgn="auto" hangingPunct="1">
              <a:lnSpc>
                <a:spcPct val="115000"/>
              </a:lnSpc>
              <a:spcBef>
                <a:spcPts val="0"/>
              </a:spcBef>
              <a:spcAft>
                <a:spcPts val="800"/>
              </a:spcAft>
              <a:buSzPts val="1000"/>
              <a:buFont typeface="Symbol" panose="05050102010706020507" pitchFamily="18" charset="2"/>
              <a:buChar char=""/>
              <a:tabLst>
                <a:tab pos="457200" algn="l"/>
              </a:tabLst>
              <a:defRPr/>
            </a:pPr>
            <a:r>
              <a:rPr lang="en-IN" sz="2800" b="1" kern="100" dirty="0">
                <a:latin typeface="Times New Roman" panose="02020603050405020304" pitchFamily="18" charset="0"/>
                <a:ea typeface="Aptos" panose="020B0004020202020204" pitchFamily="34" charset="0"/>
                <a:cs typeface="Times New Roman" panose="02020603050405020304" pitchFamily="18" charset="0"/>
              </a:rPr>
              <a:t>Introduction to PSOs:</a:t>
            </a:r>
            <a:r>
              <a:rPr lang="en-US" sz="2800" dirty="0">
                <a:solidFill>
                  <a:srgbClr val="001D35"/>
                </a:solidFill>
                <a:latin typeface="Google Sans"/>
              </a:rPr>
              <a:t>Program Specific Outcomes (PSOs) are statements that describe what students should be able to do after completing a specific program or subject. They are a way of communicating what students should know and be able to do at the end of their program.</a:t>
            </a:r>
            <a:endParaRPr lang="en-IN" sz="2800" b="1" kern="100" dirty="0">
              <a:latin typeface="Times New Roman" panose="02020603050405020304" pitchFamily="18" charset="0"/>
              <a:ea typeface="Aptos" panose="020B0004020202020204" pitchFamily="34" charset="0"/>
              <a:cs typeface="Times New Roman" panose="02020603050405020304" pitchFamily="18" charset="0"/>
            </a:endParaRPr>
          </a:p>
          <a:p>
            <a:pPr marL="342900" indent="-342900" algn="just" eaLnBrk="1" fontAlgn="auto" hangingPunct="1">
              <a:lnSpc>
                <a:spcPct val="115000"/>
              </a:lnSpc>
              <a:spcBef>
                <a:spcPts val="0"/>
              </a:spcBef>
              <a:spcAft>
                <a:spcPts val="800"/>
              </a:spcAft>
              <a:buSzPts val="1000"/>
              <a:buFont typeface="Symbol" panose="05050102010706020507" pitchFamily="18" charset="2"/>
              <a:buChar char=""/>
              <a:tabLst>
                <a:tab pos="457200" algn="l"/>
              </a:tabLst>
              <a:defRPr/>
            </a:pPr>
            <a:r>
              <a:rPr lang="en-IN" sz="2800" b="1" kern="100" dirty="0">
                <a:latin typeface="Times New Roman" panose="02020603050405020304" pitchFamily="18" charset="0"/>
                <a:ea typeface="Aptos" panose="020B0004020202020204" pitchFamily="34" charset="0"/>
                <a:cs typeface="Times New Roman" panose="02020603050405020304" pitchFamily="18" charset="0"/>
              </a:rPr>
              <a:t>List of PSOs:</a:t>
            </a:r>
            <a:endParaRPr lang="en-IN" sz="2400" kern="100" dirty="0">
              <a:latin typeface="Aptos" panose="020B0004020202020204" pitchFamily="34" charset="0"/>
              <a:ea typeface="Aptos" panose="020B0004020202020204" pitchFamily="34"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xmlns="" id="{159FBDE3-7A5A-B539-77F8-FF046357A58E}"/>
              </a:ext>
            </a:extLst>
          </p:cNvPr>
          <p:cNvSpPr>
            <a:spLocks noGrp="1"/>
          </p:cNvSpPr>
          <p:nvPr>
            <p:ph type="sldNum" sz="quarter" idx="12"/>
          </p:nvPr>
        </p:nvSpPr>
        <p:spPr/>
        <p:txBody>
          <a:bodyPr/>
          <a:lstStyle/>
          <a:p>
            <a:pPr>
              <a:defRPr/>
            </a:pPr>
            <a:fld id="{C73B9F32-9669-7540-8E20-AB02BE12675A}" type="slidenum">
              <a:rPr lang="en-IN" smtClean="0"/>
              <a:pPr>
                <a:defRPr/>
              </a:pPr>
              <a:t>7</a:t>
            </a:fld>
            <a:endParaRPr lang="en-IN"/>
          </a:p>
        </p:txBody>
      </p:sp>
      <p:graphicFrame>
        <p:nvGraphicFramePr>
          <p:cNvPr id="3" name="Table 2">
            <a:extLst>
              <a:ext uri="{FF2B5EF4-FFF2-40B4-BE49-F238E27FC236}">
                <a16:creationId xmlns:a16="http://schemas.microsoft.com/office/drawing/2014/main" xmlns="" id="{BB762978-FF70-6B14-DC0B-A47B5776BC17}"/>
              </a:ext>
            </a:extLst>
          </p:cNvPr>
          <p:cNvGraphicFramePr>
            <a:graphicFrameLocks noGrp="1"/>
          </p:cNvGraphicFramePr>
          <p:nvPr/>
        </p:nvGraphicFramePr>
        <p:xfrm>
          <a:off x="928688" y="4245424"/>
          <a:ext cx="10334625" cy="2241549"/>
        </p:xfrm>
        <a:graphic>
          <a:graphicData uri="http://schemas.openxmlformats.org/drawingml/2006/table">
            <a:tbl>
              <a:tblPr firstRow="1" firstCol="1" bandRow="1">
                <a:tableStyleId>{5C22544A-7EE6-4342-B048-85BDC9FD1C3A}</a:tableStyleId>
              </a:tblPr>
              <a:tblGrid>
                <a:gridCol w="972578">
                  <a:extLst>
                    <a:ext uri="{9D8B030D-6E8A-4147-A177-3AD203B41FA5}">
                      <a16:colId xmlns:a16="http://schemas.microsoft.com/office/drawing/2014/main" xmlns="" val="20000"/>
                    </a:ext>
                  </a:extLst>
                </a:gridCol>
                <a:gridCol w="9362047">
                  <a:extLst>
                    <a:ext uri="{9D8B030D-6E8A-4147-A177-3AD203B41FA5}">
                      <a16:colId xmlns:a16="http://schemas.microsoft.com/office/drawing/2014/main" xmlns="" val="20001"/>
                    </a:ext>
                  </a:extLst>
                </a:gridCol>
              </a:tblGrid>
              <a:tr h="734054">
                <a:tc>
                  <a:txBody>
                    <a:bodyPr/>
                    <a:lstStyle/>
                    <a:p>
                      <a:pPr marL="6350" marR="635" indent="-6350" algn="ctr">
                        <a:lnSpc>
                          <a:spcPct val="107000"/>
                        </a:lnSpc>
                        <a:spcAft>
                          <a:spcPts val="405"/>
                        </a:spcAft>
                      </a:pPr>
                      <a:r>
                        <a:rPr lang="en-US" sz="2000" dirty="0">
                          <a:effectLst/>
                        </a:rPr>
                        <a:t>PO No.</a:t>
                      </a:r>
                      <a:endParaRPr lang="en-IN"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14" marR="73014" marT="50816" marB="0"/>
                </a:tc>
                <a:tc>
                  <a:txBody>
                    <a:bodyPr/>
                    <a:lstStyle/>
                    <a:p>
                      <a:pPr marL="6350" marR="635" indent="-6350" algn="ctr">
                        <a:lnSpc>
                          <a:spcPct val="107000"/>
                        </a:lnSpc>
                        <a:spcAft>
                          <a:spcPts val="405"/>
                        </a:spcAft>
                      </a:pPr>
                      <a:r>
                        <a:rPr lang="en-US" sz="2000" dirty="0">
                          <a:effectLst/>
                        </a:rPr>
                        <a:t>Description of the Program-Specific Outcome</a:t>
                      </a:r>
                      <a:endParaRPr lang="en-IN"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14" marR="73014" marT="50816" marB="0"/>
                </a:tc>
                <a:extLst>
                  <a:ext uri="{0D108BD9-81ED-4DB2-BD59-A6C34878D82A}">
                    <a16:rowId xmlns:a16="http://schemas.microsoft.com/office/drawing/2014/main" xmlns="" val="10000"/>
                  </a:ext>
                </a:extLst>
              </a:tr>
              <a:tr h="773441">
                <a:tc>
                  <a:txBody>
                    <a:bodyPr/>
                    <a:lstStyle/>
                    <a:p>
                      <a:pPr marL="6350" marR="635" indent="-6350" algn="l">
                        <a:lnSpc>
                          <a:spcPct val="107000"/>
                        </a:lnSpc>
                        <a:spcAft>
                          <a:spcPts val="800"/>
                        </a:spcAft>
                      </a:pPr>
                      <a:r>
                        <a:rPr lang="en-US" sz="2000">
                          <a:effectLst/>
                        </a:rPr>
                        <a:t>PSO1</a:t>
                      </a:r>
                      <a:endParaRPr lang="en-IN"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14" marR="73014" marT="50816" marB="0"/>
                </a:tc>
                <a:tc>
                  <a:txBody>
                    <a:bodyPr/>
                    <a:lstStyle/>
                    <a:p>
                      <a:pPr marL="6350" marR="635" indent="-6350" algn="l">
                        <a:lnSpc>
                          <a:spcPct val="107000"/>
                        </a:lnSpc>
                        <a:spcAft>
                          <a:spcPts val="800"/>
                        </a:spcAft>
                      </a:pPr>
                      <a:r>
                        <a:rPr lang="en-US" sz="2000" dirty="0">
                          <a:effectLst/>
                        </a:rPr>
                        <a:t>Have the ability to work with emerging technologies in computing requisite to Industry 4.0.</a:t>
                      </a:r>
                      <a:endParaRPr lang="en-IN" sz="2000" dirty="0">
                        <a:effectLst/>
                      </a:endParaRPr>
                    </a:p>
                  </a:txBody>
                  <a:tcPr marL="73014" marR="73014" marT="50816" marB="0"/>
                </a:tc>
                <a:extLst>
                  <a:ext uri="{0D108BD9-81ED-4DB2-BD59-A6C34878D82A}">
                    <a16:rowId xmlns:a16="http://schemas.microsoft.com/office/drawing/2014/main" xmlns="" val="10001"/>
                  </a:ext>
                </a:extLst>
              </a:tr>
              <a:tr h="734054">
                <a:tc>
                  <a:txBody>
                    <a:bodyPr/>
                    <a:lstStyle/>
                    <a:p>
                      <a:pPr marL="6350" marR="635" indent="-6350" algn="l">
                        <a:lnSpc>
                          <a:spcPct val="107000"/>
                        </a:lnSpc>
                        <a:spcAft>
                          <a:spcPts val="800"/>
                        </a:spcAft>
                      </a:pPr>
                      <a:r>
                        <a:rPr lang="en-US" sz="2000">
                          <a:effectLst/>
                        </a:rPr>
                        <a:t>PSO2</a:t>
                      </a:r>
                      <a:endParaRPr lang="en-IN"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14" marR="73014" marT="50816" marB="0"/>
                </a:tc>
                <a:tc>
                  <a:txBody>
                    <a:bodyPr/>
                    <a:lstStyle/>
                    <a:p>
                      <a:pPr marL="6350" marR="635" indent="-6350" algn="l">
                        <a:lnSpc>
                          <a:spcPct val="107000"/>
                        </a:lnSpc>
                        <a:spcAft>
                          <a:spcPts val="800"/>
                        </a:spcAft>
                      </a:pPr>
                      <a:r>
                        <a:rPr lang="en-US" sz="2000" dirty="0">
                          <a:effectLst/>
                        </a:rPr>
                        <a:t>Demonstrate Engineering Practice learned through industry internship and research project to solve live problems in various domains.</a:t>
                      </a:r>
                      <a:endParaRPr lang="en-IN"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14" marR="73014" marT="50816" marB="0"/>
                </a:tc>
                <a:extLst>
                  <a:ext uri="{0D108BD9-81ED-4DB2-BD59-A6C34878D82A}">
                    <a16:rowId xmlns:a16="http://schemas.microsoft.com/office/drawing/2014/main" xmlns="" val="10002"/>
                  </a:ext>
                </a:extLst>
              </a:tr>
            </a:tbl>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Galgotias University - Wikipedia">
            <a:extLst>
              <a:ext uri="{FF2B5EF4-FFF2-40B4-BE49-F238E27FC236}">
                <a16:creationId xmlns:a16="http://schemas.microsoft.com/office/drawing/2014/main" xmlns="" id="{7A9203A1-B993-C895-1674-18686699CB3F}"/>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9213" y="30163"/>
            <a:ext cx="1101725" cy="1101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xmlns="" id="{04F21F92-A1D6-C165-B722-BDDF6E57DDF1}"/>
              </a:ext>
            </a:extLst>
          </p:cNvPr>
          <p:cNvCxnSpPr>
            <a:cxnSpLocks/>
          </p:cNvCxnSpPr>
          <p:nvPr/>
        </p:nvCxnSpPr>
        <p:spPr>
          <a:xfrm>
            <a:off x="1017588" y="708025"/>
            <a:ext cx="11174412"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11268" name="TextBox 8">
            <a:extLst>
              <a:ext uri="{FF2B5EF4-FFF2-40B4-BE49-F238E27FC236}">
                <a16:creationId xmlns:a16="http://schemas.microsoft.com/office/drawing/2014/main" xmlns="" id="{535C17F2-DF65-D769-3715-999DFE49DECA}"/>
              </a:ext>
            </a:extLst>
          </p:cNvPr>
          <p:cNvSpPr txBox="1">
            <a:spLocks noChangeArrowheads="1"/>
          </p:cNvSpPr>
          <p:nvPr/>
        </p:nvSpPr>
        <p:spPr bwMode="auto">
          <a:xfrm>
            <a:off x="1017588" y="46038"/>
            <a:ext cx="11125200" cy="646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IN" altLang="en-US" sz="3600" b="1">
                <a:solidFill>
                  <a:srgbClr val="C00000"/>
                </a:solidFill>
              </a:rPr>
              <a:t>Course Outcomes (CO)</a:t>
            </a:r>
          </a:p>
        </p:txBody>
      </p:sp>
      <p:sp>
        <p:nvSpPr>
          <p:cNvPr id="3" name="TextBox 2">
            <a:extLst>
              <a:ext uri="{FF2B5EF4-FFF2-40B4-BE49-F238E27FC236}">
                <a16:creationId xmlns:a16="http://schemas.microsoft.com/office/drawing/2014/main" xmlns="" id="{8B5CFC29-08C1-6405-5367-5047497CF54E}"/>
              </a:ext>
            </a:extLst>
          </p:cNvPr>
          <p:cNvSpPr txBox="1"/>
          <p:nvPr/>
        </p:nvSpPr>
        <p:spPr>
          <a:xfrm>
            <a:off x="741363" y="1146175"/>
            <a:ext cx="10709275" cy="1870075"/>
          </a:xfrm>
          <a:prstGeom prst="rect">
            <a:avLst/>
          </a:prstGeom>
          <a:noFill/>
        </p:spPr>
        <p:txBody>
          <a:bodyPr>
            <a:spAutoFit/>
          </a:bodyPr>
          <a:lstStyle/>
          <a:p>
            <a:pPr algn="just" eaLnBrk="1" fontAlgn="auto" hangingPunct="1">
              <a:lnSpc>
                <a:spcPct val="115000"/>
              </a:lnSpc>
              <a:spcBef>
                <a:spcPts val="0"/>
              </a:spcBef>
              <a:spcAft>
                <a:spcPts val="800"/>
              </a:spcAft>
              <a:buSzPts val="1000"/>
              <a:tabLst>
                <a:tab pos="457200" algn="l"/>
              </a:tabLst>
              <a:defRPr/>
            </a:pPr>
            <a:r>
              <a:rPr lang="en-IN" sz="2400" b="1" kern="100" dirty="0">
                <a:latin typeface="Times New Roman" panose="02020603050405020304" pitchFamily="18" charset="0"/>
                <a:ea typeface="Aptos" panose="020B0004020202020204" pitchFamily="34" charset="0"/>
                <a:cs typeface="Times New Roman" panose="02020603050405020304" pitchFamily="18" charset="0"/>
              </a:rPr>
              <a:t>Introduction to COs:</a:t>
            </a:r>
            <a:r>
              <a:rPr lang="en-IN" sz="2400" kern="100" dirty="0">
                <a:latin typeface="Times New Roman" panose="02020603050405020304" pitchFamily="18" charset="0"/>
                <a:ea typeface="Aptos" panose="020B0004020202020204" pitchFamily="34" charset="0"/>
                <a:cs typeface="Times New Roman" panose="02020603050405020304" pitchFamily="18" charset="0"/>
              </a:rPr>
              <a:t> </a:t>
            </a:r>
            <a:r>
              <a:rPr lang="en-US" sz="2400" dirty="0">
                <a:solidFill>
                  <a:srgbClr val="545D7E"/>
                </a:solidFill>
                <a:latin typeface="Google Sans"/>
              </a:rPr>
              <a:t>A set of statements that describe what students are expected to know and be able to do at the end of a course. Course Outcomes are specific to each subject and are defined by faculty consulting higher authorities.</a:t>
            </a:r>
            <a:endParaRPr lang="en-IN" sz="2400" b="1" kern="100" dirty="0">
              <a:latin typeface="Times New Roman" panose="02020603050405020304" pitchFamily="18" charset="0"/>
              <a:ea typeface="Aptos" panose="020B0004020202020204" pitchFamily="34" charset="0"/>
              <a:cs typeface="Times New Roman" panose="02020603050405020304" pitchFamily="18" charset="0"/>
            </a:endParaRPr>
          </a:p>
          <a:p>
            <a:pPr algn="just" eaLnBrk="1" fontAlgn="auto" hangingPunct="1">
              <a:lnSpc>
                <a:spcPct val="115000"/>
              </a:lnSpc>
              <a:spcBef>
                <a:spcPts val="0"/>
              </a:spcBef>
              <a:spcAft>
                <a:spcPts val="800"/>
              </a:spcAft>
              <a:buSzPts val="1000"/>
              <a:tabLst>
                <a:tab pos="457200" algn="l"/>
              </a:tabLst>
              <a:defRPr/>
            </a:pPr>
            <a:r>
              <a:rPr lang="en-IN" sz="2400" b="1" kern="100" dirty="0">
                <a:latin typeface="Times New Roman" panose="02020603050405020304" pitchFamily="18" charset="0"/>
                <a:ea typeface="Aptos" panose="020B0004020202020204" pitchFamily="34" charset="0"/>
                <a:cs typeface="Times New Roman" panose="02020603050405020304" pitchFamily="18" charset="0"/>
              </a:rPr>
              <a:t>List of COs:</a:t>
            </a:r>
            <a:endParaRPr lang="en-IN" sz="2000" kern="100" dirty="0">
              <a:latin typeface="Aptos" panose="020B0004020202020204" pitchFamily="34" charset="0"/>
              <a:ea typeface="Aptos" panose="020B0004020202020204" pitchFamily="34"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xmlns="" id="{BECEAA9A-6337-8DFA-7383-7E8F3CD94053}"/>
              </a:ext>
            </a:extLst>
          </p:cNvPr>
          <p:cNvSpPr>
            <a:spLocks noGrp="1"/>
          </p:cNvSpPr>
          <p:nvPr>
            <p:ph type="sldNum" sz="quarter" idx="12"/>
          </p:nvPr>
        </p:nvSpPr>
        <p:spPr/>
        <p:txBody>
          <a:bodyPr/>
          <a:lstStyle/>
          <a:p>
            <a:pPr>
              <a:defRPr/>
            </a:pPr>
            <a:fld id="{835AE7DE-B925-FF4A-93C1-4053C77CEE68}" type="slidenum">
              <a:rPr lang="en-IN" smtClean="0"/>
              <a:pPr>
                <a:defRPr/>
              </a:pPr>
              <a:t>8</a:t>
            </a:fld>
            <a:endParaRPr lang="en-IN"/>
          </a:p>
        </p:txBody>
      </p:sp>
      <p:graphicFrame>
        <p:nvGraphicFramePr>
          <p:cNvPr id="4" name="Table 3">
            <a:extLst>
              <a:ext uri="{FF2B5EF4-FFF2-40B4-BE49-F238E27FC236}">
                <a16:creationId xmlns:a16="http://schemas.microsoft.com/office/drawing/2014/main" xmlns="" id="{6A92298A-9855-4693-20CF-87DCE8F823EC}"/>
              </a:ext>
            </a:extLst>
          </p:cNvPr>
          <p:cNvGraphicFramePr>
            <a:graphicFrameLocks noGrp="1"/>
          </p:cNvGraphicFramePr>
          <p:nvPr>
            <p:extLst>
              <p:ext uri="{D42A27DB-BD31-4B8C-83A1-F6EECF244321}">
                <p14:modId xmlns:p14="http://schemas.microsoft.com/office/powerpoint/2010/main" xmlns="" val="4188763485"/>
              </p:ext>
            </p:extLst>
          </p:nvPr>
        </p:nvGraphicFramePr>
        <p:xfrm>
          <a:off x="1135464" y="3438266"/>
          <a:ext cx="10253592" cy="3163822"/>
        </p:xfrm>
        <a:graphic>
          <a:graphicData uri="http://schemas.openxmlformats.org/drawingml/2006/table">
            <a:tbl>
              <a:tblPr firstRow="1" firstCol="1" bandRow="1">
                <a:tableStyleId>{5C22544A-7EE6-4342-B048-85BDC9FD1C3A}</a:tableStyleId>
              </a:tblPr>
              <a:tblGrid>
                <a:gridCol w="2069960">
                  <a:extLst>
                    <a:ext uri="{9D8B030D-6E8A-4147-A177-3AD203B41FA5}">
                      <a16:colId xmlns:a16="http://schemas.microsoft.com/office/drawing/2014/main" xmlns="" val="20000"/>
                    </a:ext>
                  </a:extLst>
                </a:gridCol>
                <a:gridCol w="8183632">
                  <a:extLst>
                    <a:ext uri="{9D8B030D-6E8A-4147-A177-3AD203B41FA5}">
                      <a16:colId xmlns:a16="http://schemas.microsoft.com/office/drawing/2014/main" xmlns="" val="20001"/>
                    </a:ext>
                  </a:extLst>
                </a:gridCol>
              </a:tblGrid>
              <a:tr h="349963">
                <a:tc>
                  <a:txBody>
                    <a:bodyPr/>
                    <a:lstStyle/>
                    <a:p>
                      <a:pPr marL="6350" marR="635" indent="-6350" algn="just">
                        <a:lnSpc>
                          <a:spcPct val="103000"/>
                        </a:lnSpc>
                        <a:spcAft>
                          <a:spcPts val="405"/>
                        </a:spcAft>
                      </a:pPr>
                      <a:r>
                        <a:rPr lang="en-GB" sz="1800" dirty="0">
                          <a:effectLst/>
                        </a:rPr>
                        <a:t>Course Outcomes</a:t>
                      </a:r>
                      <a:endParaRPr lang="en-IN" sz="1800" dirty="0">
                        <a:solidFill>
                          <a:srgbClr val="000000"/>
                        </a:solidFill>
                        <a:effectLst/>
                        <a:latin typeface="Calibri" panose="020F0502020204030204" pitchFamily="34" charset="0"/>
                        <a:ea typeface="Calibri" panose="020F0502020204030204" pitchFamily="34" charset="0"/>
                      </a:endParaRPr>
                    </a:p>
                  </a:txBody>
                  <a:tcPr marL="68580" marR="68580" marT="0" marB="0"/>
                </a:tc>
                <a:tc>
                  <a:txBody>
                    <a:bodyPr/>
                    <a:lstStyle/>
                    <a:p>
                      <a:pPr marL="6350" marR="635" indent="-6350" algn="just">
                        <a:lnSpc>
                          <a:spcPct val="103000"/>
                        </a:lnSpc>
                        <a:spcAft>
                          <a:spcPts val="405"/>
                        </a:spcAft>
                      </a:pPr>
                      <a:r>
                        <a:rPr lang="en-GB" sz="1800" dirty="0">
                          <a:effectLst/>
                        </a:rPr>
                        <a:t>Upon successful completion of this course, the student will be able to:</a:t>
                      </a:r>
                      <a:endParaRPr lang="en-IN" sz="1800" dirty="0">
                        <a:solidFill>
                          <a:srgbClr val="000000"/>
                        </a:solidFill>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xmlns="" val="10000"/>
                  </a:ext>
                </a:extLst>
              </a:tr>
              <a:tr h="580928">
                <a:tc>
                  <a:txBody>
                    <a:bodyPr/>
                    <a:lstStyle/>
                    <a:p>
                      <a:pPr marL="9525" algn="ctr">
                        <a:spcBef>
                          <a:spcPts val="740"/>
                        </a:spcBef>
                        <a:buNone/>
                      </a:pPr>
                      <a:endParaRPr lang="en-US" sz="1600" spc="-10" dirty="0" smtClean="0">
                        <a:effectLst/>
                        <a:latin typeface="Calibri" panose="020F0502020204030204" pitchFamily="34" charset="0"/>
                        <a:ea typeface="Calibri" panose="020F0502020204030204" pitchFamily="34" charset="0"/>
                        <a:cs typeface="Times New Roman" panose="02020603050405020304" pitchFamily="18" charset="0"/>
                      </a:endParaRPr>
                    </a:p>
                    <a:p>
                      <a:pPr marL="9525" algn="ctr">
                        <a:spcBef>
                          <a:spcPts val="740"/>
                        </a:spcBef>
                        <a:buNone/>
                      </a:pPr>
                      <a:r>
                        <a:rPr lang="en-US" sz="1600" spc="-10" dirty="0" smtClean="0">
                          <a:effectLst/>
                          <a:latin typeface="Calibri" panose="020F0502020204030204" pitchFamily="34" charset="0"/>
                          <a:ea typeface="Calibri" panose="020F0502020204030204" pitchFamily="34" charset="0"/>
                          <a:cs typeface="Times New Roman" panose="02020603050405020304" pitchFamily="18" charset="0"/>
                        </a:rPr>
                        <a:t>R1UC426T.1</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68580">
                        <a:lnSpc>
                          <a:spcPts val="1340"/>
                        </a:lnSpc>
                        <a:buNone/>
                      </a:pPr>
                      <a:endParaRPr lang="en-IN" sz="1600" b="1" dirty="0" smtClean="0">
                        <a:effectLst/>
                        <a:latin typeface="Calibri" panose="020F0502020204030204" pitchFamily="34" charset="0"/>
                        <a:ea typeface="Calibri" panose="020F0502020204030204" pitchFamily="34" charset="0"/>
                        <a:cs typeface="Times New Roman" panose="02020603050405020304" pitchFamily="18" charset="0"/>
                      </a:endParaRPr>
                    </a:p>
                    <a:p>
                      <a:pPr marL="68580">
                        <a:lnSpc>
                          <a:spcPts val="1340"/>
                        </a:lnSpc>
                        <a:buNone/>
                      </a:pPr>
                      <a:r>
                        <a:rPr lang="en-IN" sz="1600" b="1" dirty="0" smtClean="0">
                          <a:effectLst/>
                          <a:latin typeface="Calibri" panose="020F0502020204030204" pitchFamily="34" charset="0"/>
                          <a:ea typeface="Calibri" panose="020F0502020204030204" pitchFamily="34" charset="0"/>
                          <a:cs typeface="Times New Roman" panose="02020603050405020304" pitchFamily="18" charset="0"/>
                        </a:rPr>
                        <a:t>Recall</a:t>
                      </a:r>
                      <a:r>
                        <a:rPr lang="en-IN" sz="1600" dirty="0" smtClean="0">
                          <a:effectLst/>
                          <a:latin typeface="Calibri" panose="020F0502020204030204" pitchFamily="34" charset="0"/>
                          <a:ea typeface="Calibri" panose="020F0502020204030204" pitchFamily="34" charset="0"/>
                          <a:cs typeface="Times New Roman" panose="02020603050405020304" pitchFamily="18" charset="0"/>
                        </a:rPr>
                        <a:t> </a:t>
                      </a:r>
                      <a:r>
                        <a:rPr lang="en-IN" sz="1600" dirty="0">
                          <a:effectLst/>
                          <a:latin typeface="Calibri" panose="020F0502020204030204" pitchFamily="34" charset="0"/>
                          <a:ea typeface="Calibri" panose="020F0502020204030204" pitchFamily="34" charset="0"/>
                          <a:cs typeface="Times New Roman" panose="02020603050405020304" pitchFamily="18" charset="0"/>
                        </a:rPr>
                        <a:t>fundamental cyber security concepts including security attacks, services, mechanisms, OSI security architecture, and network security models.</a:t>
                      </a:r>
                    </a:p>
                    <a:p>
                      <a:pPr marL="68580">
                        <a:lnSpc>
                          <a:spcPts val="1340"/>
                        </a:lnSpc>
                        <a:buNone/>
                      </a:pPr>
                      <a:r>
                        <a:rPr lang="en-US" sz="16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xmlns="" val="10001"/>
                  </a:ext>
                </a:extLst>
              </a:tr>
              <a:tr h="715078">
                <a:tc>
                  <a:txBody>
                    <a:bodyPr/>
                    <a:lstStyle/>
                    <a:p>
                      <a:pPr marL="9525" algn="ctr">
                        <a:spcBef>
                          <a:spcPts val="400"/>
                        </a:spcBef>
                        <a:buNone/>
                      </a:pP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9525" algn="ctr">
                        <a:spcBef>
                          <a:spcPts val="400"/>
                        </a:spcBef>
                        <a:buNone/>
                      </a:pPr>
                      <a:r>
                        <a:rPr lang="en-US" sz="1600" dirty="0" smtClean="0">
                          <a:effectLst/>
                          <a:latin typeface="Calibri" panose="020F0502020204030204" pitchFamily="34" charset="0"/>
                          <a:ea typeface="Calibri" panose="020F0502020204030204" pitchFamily="34" charset="0"/>
                          <a:cs typeface="Times New Roman" panose="02020603050405020304" pitchFamily="18" charset="0"/>
                        </a:rPr>
                        <a:t>R1UC426T.2</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68580">
                        <a:lnSpc>
                          <a:spcPts val="1340"/>
                        </a:lnSpc>
                        <a:buNone/>
                      </a:pPr>
                      <a:endParaRPr lang="en-IN" sz="1600" b="1" dirty="0" smtClean="0">
                        <a:effectLst/>
                        <a:latin typeface="Calibri" panose="020F0502020204030204" pitchFamily="34" charset="0"/>
                        <a:ea typeface="Calibri" panose="020F0502020204030204" pitchFamily="34" charset="0"/>
                        <a:cs typeface="Times New Roman" panose="02020603050405020304" pitchFamily="18" charset="0"/>
                      </a:endParaRPr>
                    </a:p>
                    <a:p>
                      <a:pPr marL="68580">
                        <a:lnSpc>
                          <a:spcPts val="1340"/>
                        </a:lnSpc>
                        <a:buNone/>
                      </a:pPr>
                      <a:r>
                        <a:rPr lang="en-IN" sz="1600" b="1" dirty="0" smtClean="0">
                          <a:effectLst/>
                          <a:latin typeface="Calibri" panose="020F0502020204030204" pitchFamily="34" charset="0"/>
                          <a:ea typeface="Calibri" panose="020F0502020204030204" pitchFamily="34" charset="0"/>
                          <a:cs typeface="Times New Roman" panose="02020603050405020304" pitchFamily="18" charset="0"/>
                        </a:rPr>
                        <a:t>Explain</a:t>
                      </a:r>
                      <a:r>
                        <a:rPr lang="en-IN" sz="1600" dirty="0" smtClean="0">
                          <a:effectLst/>
                          <a:latin typeface="Calibri" panose="020F0502020204030204" pitchFamily="34" charset="0"/>
                          <a:ea typeface="Calibri" panose="020F0502020204030204" pitchFamily="34" charset="0"/>
                          <a:cs typeface="Times New Roman" panose="02020603050405020304" pitchFamily="18" charset="0"/>
                        </a:rPr>
                        <a:t> </a:t>
                      </a:r>
                      <a:r>
                        <a:rPr lang="en-IN" sz="1600" dirty="0">
                          <a:effectLst/>
                          <a:latin typeface="Calibri" panose="020F0502020204030204" pitchFamily="34" charset="0"/>
                          <a:ea typeface="Calibri" panose="020F0502020204030204" pitchFamily="34" charset="0"/>
                          <a:cs typeface="Times New Roman" panose="02020603050405020304" pitchFamily="18" charset="0"/>
                        </a:rPr>
                        <a:t>cryptographic principles and techniques including symmetric ciphers, DES, AES, public key cryptography, RSA, and key exchange mechanisms.</a:t>
                      </a:r>
                    </a:p>
                    <a:p>
                      <a:pPr marL="75565">
                        <a:spcBef>
                          <a:spcPts val="400"/>
                        </a:spcBef>
                        <a:buNone/>
                      </a:pPr>
                      <a:r>
                        <a:rPr lang="en-US" sz="16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xmlns="" val="10002"/>
                  </a:ext>
                </a:extLst>
              </a:tr>
              <a:tr h="715078">
                <a:tc>
                  <a:txBody>
                    <a:bodyPr/>
                    <a:lstStyle/>
                    <a:p>
                      <a:pPr marL="9525" algn="ctr">
                        <a:spcBef>
                          <a:spcPts val="390"/>
                        </a:spcBef>
                        <a:buNone/>
                      </a:pP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9525" algn="ctr">
                        <a:spcBef>
                          <a:spcPts val="390"/>
                        </a:spcBef>
                        <a:buNone/>
                      </a:pPr>
                      <a:r>
                        <a:rPr lang="en-US" sz="1600" dirty="0" smtClean="0">
                          <a:effectLst/>
                          <a:latin typeface="Calibri" panose="020F0502020204030204" pitchFamily="34" charset="0"/>
                          <a:ea typeface="Calibri" panose="020F0502020204030204" pitchFamily="34" charset="0"/>
                          <a:cs typeface="Times New Roman" panose="02020603050405020304" pitchFamily="18" charset="0"/>
                        </a:rPr>
                        <a:t>R1UC426T.3</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68580">
                        <a:lnSpc>
                          <a:spcPts val="1340"/>
                        </a:lnSpc>
                        <a:buNone/>
                      </a:pPr>
                      <a:endParaRPr lang="en-IN" sz="1600" b="1" dirty="0" smtClean="0">
                        <a:effectLst/>
                        <a:latin typeface="Calibri" panose="020F0502020204030204" pitchFamily="34" charset="0"/>
                        <a:ea typeface="Calibri" panose="020F0502020204030204" pitchFamily="34" charset="0"/>
                        <a:cs typeface="Times New Roman" panose="02020603050405020304" pitchFamily="18" charset="0"/>
                      </a:endParaRPr>
                    </a:p>
                    <a:p>
                      <a:pPr marL="68580">
                        <a:lnSpc>
                          <a:spcPts val="1340"/>
                        </a:lnSpc>
                        <a:buNone/>
                      </a:pPr>
                      <a:r>
                        <a:rPr lang="en-IN" sz="1600" b="1" dirty="0" smtClean="0">
                          <a:effectLst/>
                          <a:latin typeface="Calibri" panose="020F0502020204030204" pitchFamily="34" charset="0"/>
                          <a:ea typeface="Calibri" panose="020F0502020204030204" pitchFamily="34" charset="0"/>
                          <a:cs typeface="Times New Roman" panose="02020603050405020304" pitchFamily="18" charset="0"/>
                        </a:rPr>
                        <a:t>Apply</a:t>
                      </a:r>
                      <a:r>
                        <a:rPr lang="en-IN" sz="1600" dirty="0" smtClean="0">
                          <a:effectLst/>
                          <a:latin typeface="Calibri" panose="020F0502020204030204" pitchFamily="34" charset="0"/>
                          <a:ea typeface="Calibri" panose="020F0502020204030204" pitchFamily="34" charset="0"/>
                          <a:cs typeface="Times New Roman" panose="02020603050405020304" pitchFamily="18" charset="0"/>
                        </a:rPr>
                        <a:t> </a:t>
                      </a:r>
                      <a:r>
                        <a:rPr lang="en-IN" sz="1600" dirty="0">
                          <a:effectLst/>
                          <a:latin typeface="Calibri" panose="020F0502020204030204" pitchFamily="34" charset="0"/>
                          <a:ea typeface="Calibri" panose="020F0502020204030204" pitchFamily="34" charset="0"/>
                          <a:cs typeface="Times New Roman" panose="02020603050405020304" pitchFamily="18" charset="0"/>
                        </a:rPr>
                        <a:t>cryptographic algorithms, hash functions, and digital signature techniques to ensure confidentiality, integrity, and authentication.</a:t>
                      </a:r>
                    </a:p>
                    <a:p>
                      <a:pPr marL="75565">
                        <a:spcBef>
                          <a:spcPts val="390"/>
                        </a:spcBef>
                        <a:buNone/>
                      </a:pPr>
                      <a:r>
                        <a:rPr lang="en-US" sz="16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xmlns="" val="10003"/>
                  </a:ext>
                </a:extLst>
              </a:tr>
              <a:tr h="573579">
                <a:tc>
                  <a:txBody>
                    <a:bodyPr/>
                    <a:lstStyle/>
                    <a:p>
                      <a:pPr marL="9525" algn="ctr">
                        <a:spcBef>
                          <a:spcPts val="405"/>
                        </a:spcBef>
                        <a:buNone/>
                      </a:pP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9525" algn="ctr">
                        <a:spcBef>
                          <a:spcPts val="405"/>
                        </a:spcBef>
                        <a:buNone/>
                      </a:pPr>
                      <a:r>
                        <a:rPr lang="en-US" sz="1600" dirty="0" smtClean="0">
                          <a:effectLst/>
                          <a:latin typeface="Calibri" panose="020F0502020204030204" pitchFamily="34" charset="0"/>
                          <a:ea typeface="Calibri" panose="020F0502020204030204" pitchFamily="34" charset="0"/>
                          <a:cs typeface="Times New Roman" panose="02020603050405020304" pitchFamily="18" charset="0"/>
                        </a:rPr>
                        <a:t>R1UC426T.4</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68580">
                        <a:lnSpc>
                          <a:spcPts val="1340"/>
                        </a:lnSpc>
                        <a:buNone/>
                      </a:pPr>
                      <a:endParaRPr lang="en-IN" sz="1600" b="1" dirty="0" smtClean="0">
                        <a:effectLst/>
                        <a:latin typeface="Calibri" panose="020F0502020204030204" pitchFamily="34" charset="0"/>
                        <a:ea typeface="Calibri" panose="020F0502020204030204" pitchFamily="34" charset="0"/>
                        <a:cs typeface="Times New Roman" panose="02020603050405020304" pitchFamily="18" charset="0"/>
                      </a:endParaRPr>
                    </a:p>
                    <a:p>
                      <a:pPr marL="68580">
                        <a:lnSpc>
                          <a:spcPts val="1340"/>
                        </a:lnSpc>
                        <a:buNone/>
                      </a:pPr>
                      <a:r>
                        <a:rPr lang="en-IN" sz="1600" b="1" dirty="0" smtClean="0">
                          <a:effectLst/>
                          <a:latin typeface="Calibri" panose="020F0502020204030204" pitchFamily="34" charset="0"/>
                          <a:ea typeface="Calibri" panose="020F0502020204030204" pitchFamily="34" charset="0"/>
                          <a:cs typeface="Times New Roman" panose="02020603050405020304" pitchFamily="18" charset="0"/>
                        </a:rPr>
                        <a:t>Describe </a:t>
                      </a:r>
                      <a:r>
                        <a:rPr lang="en-IN" sz="1600" b="1" dirty="0">
                          <a:effectLst/>
                          <a:latin typeface="Calibri" panose="020F0502020204030204" pitchFamily="34" charset="0"/>
                          <a:ea typeface="Calibri" panose="020F0502020204030204" pitchFamily="34" charset="0"/>
                          <a:cs typeface="Times New Roman" panose="02020603050405020304" pitchFamily="18" charset="0"/>
                        </a:rPr>
                        <a:t>and apply</a:t>
                      </a:r>
                      <a:r>
                        <a:rPr lang="en-IN" sz="1600" dirty="0">
                          <a:effectLst/>
                          <a:latin typeface="Calibri" panose="020F0502020204030204" pitchFamily="34" charset="0"/>
                          <a:ea typeface="Calibri" panose="020F0502020204030204" pitchFamily="34" charset="0"/>
                          <a:cs typeface="Times New Roman" panose="02020603050405020304" pitchFamily="18" charset="0"/>
                        </a:rPr>
                        <a:t> ethical hacking concepts, cyber laws, firewalls, and secure communication protocols (SSL/TLS, HTTPS) for secure </a:t>
                      </a:r>
                      <a:r>
                        <a:rPr lang="en-IN" sz="1600" dirty="0" smtClean="0">
                          <a:effectLst/>
                          <a:latin typeface="Calibri" panose="020F0502020204030204" pitchFamily="34" charset="0"/>
                          <a:ea typeface="Calibri" panose="020F0502020204030204" pitchFamily="34" charset="0"/>
                          <a:cs typeface="Times New Roman" panose="02020603050405020304" pitchFamily="18" charset="0"/>
                        </a:rPr>
                        <a:t>systems</a:t>
                      </a:r>
                    </a:p>
                  </a:txBody>
                  <a:tcPr marL="0" marR="0" marT="0" marB="0"/>
                </a:tc>
                <a:extLst>
                  <a:ext uri="{0D108BD9-81ED-4DB2-BD59-A6C34878D82A}">
                    <a16:rowId xmlns:a16="http://schemas.microsoft.com/office/drawing/2014/main" xmlns="" val="10004"/>
                  </a:ext>
                </a:extLst>
              </a:tr>
            </a:tbl>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Galgotias University - Wikipedia">
            <a:extLst>
              <a:ext uri="{FF2B5EF4-FFF2-40B4-BE49-F238E27FC236}">
                <a16:creationId xmlns:a16="http://schemas.microsoft.com/office/drawing/2014/main" xmlns="" id="{DCFEAF46-6223-131A-8DC6-D8801FB6072C}"/>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9213" y="30163"/>
            <a:ext cx="1101725" cy="1101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xmlns="" id="{6540DC6E-78F5-C662-4028-EB59A17C6904}"/>
              </a:ext>
            </a:extLst>
          </p:cNvPr>
          <p:cNvCxnSpPr>
            <a:cxnSpLocks/>
          </p:cNvCxnSpPr>
          <p:nvPr/>
        </p:nvCxnSpPr>
        <p:spPr>
          <a:xfrm>
            <a:off x="1017588" y="708025"/>
            <a:ext cx="11174412"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12292" name="TextBox 8">
            <a:extLst>
              <a:ext uri="{FF2B5EF4-FFF2-40B4-BE49-F238E27FC236}">
                <a16:creationId xmlns:a16="http://schemas.microsoft.com/office/drawing/2014/main" xmlns="" id="{D36176EB-13EC-D59F-49FA-5201154E9B70}"/>
              </a:ext>
            </a:extLst>
          </p:cNvPr>
          <p:cNvSpPr txBox="1">
            <a:spLocks noChangeArrowheads="1"/>
          </p:cNvSpPr>
          <p:nvPr/>
        </p:nvSpPr>
        <p:spPr bwMode="auto">
          <a:xfrm>
            <a:off x="1017588" y="46038"/>
            <a:ext cx="11125200" cy="646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IN" altLang="en-US" sz="3600" b="1" dirty="0">
                <a:solidFill>
                  <a:srgbClr val="C00000"/>
                </a:solidFill>
              </a:rPr>
              <a:t>Importance of the Course</a:t>
            </a:r>
          </a:p>
        </p:txBody>
      </p:sp>
      <p:sp>
        <p:nvSpPr>
          <p:cNvPr id="4" name="TextBox 3">
            <a:extLst>
              <a:ext uri="{FF2B5EF4-FFF2-40B4-BE49-F238E27FC236}">
                <a16:creationId xmlns:a16="http://schemas.microsoft.com/office/drawing/2014/main" xmlns="" id="{C0137961-32C5-3876-C127-B343D81C73EA}"/>
              </a:ext>
            </a:extLst>
          </p:cNvPr>
          <p:cNvSpPr txBox="1"/>
          <p:nvPr/>
        </p:nvSpPr>
        <p:spPr>
          <a:xfrm>
            <a:off x="600075" y="903288"/>
            <a:ext cx="10771188" cy="548099"/>
          </a:xfrm>
          <a:prstGeom prst="rect">
            <a:avLst/>
          </a:prstGeom>
          <a:noFill/>
        </p:spPr>
        <p:txBody>
          <a:bodyPr>
            <a:spAutoFit/>
          </a:bodyPr>
          <a:lstStyle/>
          <a:p>
            <a:pPr algn="just" eaLnBrk="1" fontAlgn="auto" hangingPunct="1">
              <a:lnSpc>
                <a:spcPct val="115000"/>
              </a:lnSpc>
              <a:spcBef>
                <a:spcPts val="0"/>
              </a:spcBef>
              <a:spcAft>
                <a:spcPts val="800"/>
              </a:spcAft>
              <a:buSzPts val="1000"/>
              <a:tabLst>
                <a:tab pos="457200" algn="l"/>
              </a:tabLst>
              <a:defRPr/>
            </a:pPr>
            <a:r>
              <a:rPr lang="en-IN" sz="2800" b="1" kern="100" dirty="0">
                <a:latin typeface="Times New Roman" panose="02020603050405020304" pitchFamily="18" charset="0"/>
                <a:ea typeface="Aptos" panose="020B0004020202020204" pitchFamily="34" charset="0"/>
                <a:cs typeface="Times New Roman" panose="02020603050405020304" pitchFamily="18" charset="0"/>
              </a:rPr>
              <a:t>Relevance:</a:t>
            </a:r>
          </a:p>
        </p:txBody>
      </p:sp>
      <p:sp>
        <p:nvSpPr>
          <p:cNvPr id="2" name="Slide Number Placeholder 1">
            <a:extLst>
              <a:ext uri="{FF2B5EF4-FFF2-40B4-BE49-F238E27FC236}">
                <a16:creationId xmlns:a16="http://schemas.microsoft.com/office/drawing/2014/main" xmlns="" id="{2D41AE9A-D514-D9F3-F598-C6835B25BC17}"/>
              </a:ext>
            </a:extLst>
          </p:cNvPr>
          <p:cNvSpPr>
            <a:spLocks noGrp="1"/>
          </p:cNvSpPr>
          <p:nvPr>
            <p:ph type="sldNum" sz="quarter" idx="12"/>
          </p:nvPr>
        </p:nvSpPr>
        <p:spPr/>
        <p:txBody>
          <a:bodyPr/>
          <a:lstStyle/>
          <a:p>
            <a:pPr>
              <a:defRPr/>
            </a:pPr>
            <a:fld id="{FEE7AC11-D628-D149-B345-11FEE6AEE33F}" type="slidenum">
              <a:rPr lang="en-IN" smtClean="0"/>
              <a:pPr>
                <a:defRPr/>
              </a:pPr>
              <a:t>9</a:t>
            </a:fld>
            <a:endParaRPr lang="en-IN"/>
          </a:p>
        </p:txBody>
      </p:sp>
      <p:sp>
        <p:nvSpPr>
          <p:cNvPr id="8" name="Rectangle 7"/>
          <p:cNvSpPr/>
          <p:nvPr/>
        </p:nvSpPr>
        <p:spPr>
          <a:xfrm>
            <a:off x="753626" y="1451388"/>
            <a:ext cx="10825665" cy="517047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231775" lvl="0" indent="-231775" eaLnBrk="1" hangingPunct="1">
              <a:buFontTx/>
              <a:buChar char="•"/>
            </a:pPr>
            <a:r>
              <a:rPr lang="en-US" sz="1600" b="1" dirty="0" smtClean="0">
                <a:solidFill>
                  <a:schemeClr val="tx1"/>
                </a:solidFill>
                <a:latin typeface="Arial" charset="0"/>
                <a:cs typeface="Arial" charset="0"/>
              </a:rPr>
              <a:t>Protects </a:t>
            </a:r>
            <a:r>
              <a:rPr lang="en-US" sz="1600" b="1" dirty="0">
                <a:solidFill>
                  <a:schemeClr val="tx1"/>
                </a:solidFill>
                <a:latin typeface="Arial" charset="0"/>
                <a:cs typeface="Arial" charset="0"/>
              </a:rPr>
              <a:t>personal and organizational </a:t>
            </a:r>
            <a:r>
              <a:rPr lang="en-US" sz="1600" b="1" dirty="0" smtClean="0">
                <a:solidFill>
                  <a:schemeClr val="tx1"/>
                </a:solidFill>
                <a:latin typeface="Arial" charset="0"/>
                <a:cs typeface="Arial" charset="0"/>
              </a:rPr>
              <a:t>data</a:t>
            </a:r>
            <a:r>
              <a:rPr lang="en-US" sz="1600" dirty="0">
                <a:solidFill>
                  <a:schemeClr val="tx1"/>
                </a:solidFill>
                <a:latin typeface="Arial" charset="0"/>
                <a:cs typeface="Arial" charset="0"/>
              </a:rPr>
              <a:t/>
            </a:r>
            <a:br>
              <a:rPr lang="en-US" sz="1600" dirty="0">
                <a:solidFill>
                  <a:schemeClr val="tx1"/>
                </a:solidFill>
                <a:latin typeface="Arial" charset="0"/>
                <a:cs typeface="Arial" charset="0"/>
              </a:rPr>
            </a:br>
            <a:r>
              <a:rPr lang="en-US" sz="1600" dirty="0">
                <a:solidFill>
                  <a:schemeClr val="tx1"/>
                </a:solidFill>
                <a:latin typeface="Arial" charset="0"/>
                <a:cs typeface="Arial" charset="0"/>
              </a:rPr>
              <a:t>This course builds the foundation to understand how data is stolen (phishing, malware, </a:t>
            </a:r>
            <a:r>
              <a:rPr lang="en-US" sz="1600" dirty="0" err="1">
                <a:solidFill>
                  <a:schemeClr val="tx1"/>
                </a:solidFill>
                <a:latin typeface="Arial" charset="0"/>
                <a:cs typeface="Arial" charset="0"/>
              </a:rPr>
              <a:t>ransomware</a:t>
            </a:r>
            <a:r>
              <a:rPr lang="en-US" sz="1600" dirty="0">
                <a:solidFill>
                  <a:schemeClr val="tx1"/>
                </a:solidFill>
                <a:latin typeface="Arial" charset="0"/>
                <a:cs typeface="Arial" charset="0"/>
              </a:rPr>
              <a:t>, insider threats) and how to prevent it using strong passwords, MFA, encryption, backups, and safe browsing practices</a:t>
            </a:r>
            <a:r>
              <a:rPr lang="en-US" sz="1600" dirty="0" smtClean="0">
                <a:solidFill>
                  <a:schemeClr val="tx1"/>
                </a:solidFill>
                <a:latin typeface="Arial" charset="0"/>
                <a:cs typeface="Arial" charset="0"/>
              </a:rPr>
              <a:t>.</a:t>
            </a:r>
          </a:p>
          <a:p>
            <a:pPr lvl="0" eaLnBrk="1" hangingPunct="1">
              <a:buFontTx/>
              <a:buChar char="•"/>
            </a:pPr>
            <a:endParaRPr lang="en-US" sz="1600" dirty="0">
              <a:solidFill>
                <a:schemeClr val="tx1"/>
              </a:solidFill>
              <a:latin typeface="Arial" charset="0"/>
              <a:cs typeface="Arial" charset="0"/>
            </a:endParaRPr>
          </a:p>
          <a:p>
            <a:pPr lvl="0" algn="just">
              <a:buFontTx/>
              <a:buChar char="•"/>
            </a:pPr>
            <a:r>
              <a:rPr lang="en-US" sz="1600" b="1" dirty="0" smtClean="0">
                <a:solidFill>
                  <a:schemeClr val="tx1"/>
                </a:solidFill>
                <a:latin typeface="Arial" charset="0"/>
                <a:cs typeface="Arial" charset="0"/>
              </a:rPr>
              <a:t>   Essential </a:t>
            </a:r>
            <a:r>
              <a:rPr lang="en-US" sz="1600" b="1" dirty="0">
                <a:solidFill>
                  <a:schemeClr val="tx1"/>
                </a:solidFill>
                <a:latin typeface="Arial" charset="0"/>
                <a:cs typeface="Arial" charset="0"/>
              </a:rPr>
              <a:t>for today’s digital </a:t>
            </a:r>
            <a:r>
              <a:rPr lang="en-US" sz="1600" b="1" dirty="0" smtClean="0">
                <a:solidFill>
                  <a:schemeClr val="tx1"/>
                </a:solidFill>
                <a:latin typeface="Arial" charset="0"/>
                <a:cs typeface="Arial" charset="0"/>
              </a:rPr>
              <a:t>world </a:t>
            </a:r>
          </a:p>
          <a:p>
            <a:pPr marL="231775" lvl="0" algn="just"/>
            <a:r>
              <a:rPr lang="en-US" sz="1600" dirty="0" smtClean="0">
                <a:solidFill>
                  <a:schemeClr val="tx1"/>
                </a:solidFill>
                <a:latin typeface="Arial" charset="0"/>
                <a:cs typeface="Arial" charset="0"/>
              </a:rPr>
              <a:t>Banking</a:t>
            </a:r>
            <a:r>
              <a:rPr lang="en-US" sz="1600" dirty="0">
                <a:solidFill>
                  <a:schemeClr val="tx1"/>
                </a:solidFill>
                <a:latin typeface="Arial" charset="0"/>
                <a:cs typeface="Arial" charset="0"/>
              </a:rPr>
              <a:t>, education, healthcare, e-commerce, and even government services run online. Cyber security knowledge helps individuals and organizations stay safe while using cloud, mobile apps, and internet-connected systems</a:t>
            </a:r>
            <a:r>
              <a:rPr lang="en-US" sz="1600" dirty="0" smtClean="0">
                <a:solidFill>
                  <a:schemeClr val="tx1"/>
                </a:solidFill>
                <a:latin typeface="Arial" charset="0"/>
                <a:cs typeface="Arial" charset="0"/>
              </a:rPr>
              <a:t>.</a:t>
            </a:r>
          </a:p>
          <a:p>
            <a:pPr lvl="0">
              <a:buFontTx/>
              <a:buChar char="•"/>
            </a:pPr>
            <a:endParaRPr lang="en-US" sz="1600" dirty="0">
              <a:solidFill>
                <a:schemeClr val="tx1"/>
              </a:solidFill>
              <a:latin typeface="Arial" charset="0"/>
              <a:cs typeface="Arial" charset="0"/>
            </a:endParaRPr>
          </a:p>
          <a:p>
            <a:pPr lvl="0" algn="just">
              <a:buFontTx/>
              <a:buChar char="•"/>
            </a:pPr>
            <a:r>
              <a:rPr lang="en-US" sz="1600" b="1" dirty="0" smtClean="0">
                <a:solidFill>
                  <a:schemeClr val="tx1"/>
                </a:solidFill>
                <a:latin typeface="Arial" charset="0"/>
                <a:cs typeface="Arial" charset="0"/>
              </a:rPr>
              <a:t>   Reduces </a:t>
            </a:r>
            <a:r>
              <a:rPr lang="en-US" sz="1600" b="1" dirty="0">
                <a:solidFill>
                  <a:schemeClr val="tx1"/>
                </a:solidFill>
                <a:latin typeface="Arial" charset="0"/>
                <a:cs typeface="Arial" charset="0"/>
              </a:rPr>
              <a:t>cybercrime impact and financial </a:t>
            </a:r>
            <a:r>
              <a:rPr lang="en-US" sz="1600" b="1" dirty="0" smtClean="0">
                <a:solidFill>
                  <a:schemeClr val="tx1"/>
                </a:solidFill>
                <a:latin typeface="Arial" charset="0"/>
                <a:cs typeface="Arial" charset="0"/>
              </a:rPr>
              <a:t>loss </a:t>
            </a:r>
          </a:p>
          <a:p>
            <a:pPr marL="231775" lvl="0" algn="just"/>
            <a:r>
              <a:rPr lang="en-US" sz="1600" dirty="0" err="1" smtClean="0">
                <a:solidFill>
                  <a:schemeClr val="tx1"/>
                </a:solidFill>
                <a:latin typeface="Arial" charset="0"/>
                <a:cs typeface="Arial" charset="0"/>
              </a:rPr>
              <a:t>Cyberattacks</a:t>
            </a:r>
            <a:r>
              <a:rPr lang="en-US" sz="1600" dirty="0" smtClean="0">
                <a:solidFill>
                  <a:schemeClr val="tx1"/>
                </a:solidFill>
                <a:latin typeface="Arial" charset="0"/>
                <a:cs typeface="Arial" charset="0"/>
              </a:rPr>
              <a:t> </a:t>
            </a:r>
            <a:r>
              <a:rPr lang="en-US" sz="1600" dirty="0">
                <a:solidFill>
                  <a:schemeClr val="tx1"/>
                </a:solidFill>
                <a:latin typeface="Arial" charset="0"/>
                <a:cs typeface="Arial" charset="0"/>
              </a:rPr>
              <a:t>can cause downtime, data breaches, reputation damage, and heavy costs. Learning security basics (risk, threats, vulnerabilities, incident response) helps in early detection and prevention, reducing overall loss</a:t>
            </a:r>
            <a:r>
              <a:rPr lang="en-US" sz="1600" dirty="0" smtClean="0">
                <a:solidFill>
                  <a:schemeClr val="tx1"/>
                </a:solidFill>
                <a:latin typeface="Arial" charset="0"/>
                <a:cs typeface="Arial" charset="0"/>
              </a:rPr>
              <a:t>.</a:t>
            </a:r>
          </a:p>
          <a:p>
            <a:pPr lvl="0">
              <a:buFontTx/>
              <a:buChar char="•"/>
            </a:pPr>
            <a:endParaRPr lang="en-US" sz="1600" dirty="0">
              <a:solidFill>
                <a:schemeClr val="tx1"/>
              </a:solidFill>
              <a:latin typeface="Arial" charset="0"/>
              <a:cs typeface="Arial" charset="0"/>
            </a:endParaRPr>
          </a:p>
          <a:p>
            <a:pPr marL="231775" lvl="0" indent="-231775">
              <a:buFontTx/>
              <a:buChar char="•"/>
            </a:pPr>
            <a:r>
              <a:rPr lang="en-US" sz="1600" b="1" dirty="0" smtClean="0">
                <a:solidFill>
                  <a:schemeClr val="tx1"/>
                </a:solidFill>
                <a:latin typeface="Arial" charset="0"/>
                <a:cs typeface="Arial" charset="0"/>
              </a:rPr>
              <a:t>Supports </a:t>
            </a:r>
            <a:r>
              <a:rPr lang="en-US" sz="1600" b="1" dirty="0">
                <a:solidFill>
                  <a:schemeClr val="tx1"/>
                </a:solidFill>
                <a:latin typeface="Arial" charset="0"/>
                <a:cs typeface="Arial" charset="0"/>
              </a:rPr>
              <a:t>legal and ethical compliance</a:t>
            </a:r>
            <a:r>
              <a:rPr lang="en-US" sz="1600" dirty="0">
                <a:solidFill>
                  <a:schemeClr val="tx1"/>
                </a:solidFill>
                <a:latin typeface="Arial" charset="0"/>
                <a:cs typeface="Arial" charset="0"/>
              </a:rPr>
              <a:t/>
            </a:r>
            <a:br>
              <a:rPr lang="en-US" sz="1600" dirty="0">
                <a:solidFill>
                  <a:schemeClr val="tx1"/>
                </a:solidFill>
                <a:latin typeface="Arial" charset="0"/>
                <a:cs typeface="Arial" charset="0"/>
              </a:rPr>
            </a:br>
            <a:r>
              <a:rPr lang="en-US" sz="1600" dirty="0">
                <a:solidFill>
                  <a:schemeClr val="tx1"/>
                </a:solidFill>
                <a:latin typeface="Arial" charset="0"/>
                <a:cs typeface="Arial" charset="0"/>
              </a:rPr>
              <a:t>Many organizations must follow security and privacy rules (data protection, secure storage, access control, audit logs). This course helps learners understand responsible handling of data and how security policies protect users and organizations</a:t>
            </a:r>
            <a:r>
              <a:rPr lang="en-US" sz="1600" dirty="0" smtClean="0">
                <a:solidFill>
                  <a:schemeClr val="tx1"/>
                </a:solidFill>
                <a:latin typeface="Arial" charset="0"/>
                <a:cs typeface="Arial" charset="0"/>
              </a:rPr>
              <a:t>.</a:t>
            </a:r>
          </a:p>
          <a:p>
            <a:pPr lvl="0"/>
            <a:endParaRPr lang="en-US" sz="1600" dirty="0">
              <a:solidFill>
                <a:schemeClr val="tx1"/>
              </a:solidFill>
              <a:latin typeface="Arial" charset="0"/>
              <a:cs typeface="Arial" charset="0"/>
            </a:endParaRPr>
          </a:p>
          <a:p>
            <a:pPr marL="231775" lvl="0" indent="-231775" algn="just">
              <a:buFontTx/>
              <a:buChar char="•"/>
            </a:pPr>
            <a:r>
              <a:rPr lang="en-US" sz="1600" b="1" dirty="0">
                <a:solidFill>
                  <a:schemeClr val="tx1"/>
                </a:solidFill>
                <a:latin typeface="Arial" charset="0"/>
                <a:cs typeface="Arial" charset="0"/>
              </a:rPr>
              <a:t>Improves career readiness and professional </a:t>
            </a:r>
            <a:r>
              <a:rPr lang="en-US" sz="1600" b="1" dirty="0" smtClean="0">
                <a:solidFill>
                  <a:schemeClr val="tx1"/>
                </a:solidFill>
                <a:latin typeface="Arial" charset="0"/>
                <a:cs typeface="Arial" charset="0"/>
              </a:rPr>
              <a:t>skills </a:t>
            </a:r>
          </a:p>
          <a:p>
            <a:pPr marL="231775" lvl="0" algn="just"/>
            <a:r>
              <a:rPr lang="en-US" sz="1600" dirty="0" smtClean="0">
                <a:solidFill>
                  <a:schemeClr val="tx1"/>
                </a:solidFill>
                <a:latin typeface="Arial" charset="0"/>
                <a:cs typeface="Arial" charset="0"/>
              </a:rPr>
              <a:t>Cyber </a:t>
            </a:r>
            <a:r>
              <a:rPr lang="en-US" sz="1600" dirty="0">
                <a:solidFill>
                  <a:schemeClr val="tx1"/>
                </a:solidFill>
                <a:latin typeface="Arial" charset="0"/>
                <a:cs typeface="Arial" charset="0"/>
              </a:rPr>
              <a:t>security is needed in almost every job role—IT, software, networking, business, and management. This course strengthens practical skills and prepares learners for advanced topics and certifications, increasing employability and</a:t>
            </a:r>
            <a:endParaRPr lang="en-US" sz="1600" dirty="0"/>
          </a:p>
        </p:txBody>
      </p:sp>
      <p:sp>
        <p:nvSpPr>
          <p:cNvPr id="17410" name="Rectangle 2"/>
          <p:cNvSpPr>
            <a:spLocks noChangeArrowheads="1"/>
          </p:cNvSpPr>
          <p:nvPr/>
        </p:nvSpPr>
        <p:spPr bwMode="auto">
          <a:xfrm>
            <a:off x="0" y="-184666"/>
            <a:ext cx="1739579"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latin typeface="Arial" charset="0"/>
                <a:cs typeface="Arial" charset="0"/>
              </a:rPr>
              <a:t>career growth.</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4CDE789B-A99A-5142-991D-E3BC0DABC490}"/>
              </a:ext>
            </a:extLst>
          </p:cNvPr>
          <p:cNvSpPr>
            <a:spLocks noGrp="1"/>
          </p:cNvSpPr>
          <p:nvPr>
            <p:ph type="sldNum" sz="quarter" idx="12"/>
          </p:nvPr>
        </p:nvSpPr>
        <p:spPr/>
        <p:txBody>
          <a:bodyPr/>
          <a:lstStyle/>
          <a:p>
            <a:pPr>
              <a:defRPr/>
            </a:pPr>
            <a:fld id="{F68F7282-05BD-5B4A-B781-4E1CBB857EB6}" type="slidenum">
              <a:rPr lang="en-IN" smtClean="0"/>
              <a:pPr>
                <a:defRPr/>
              </a:pPr>
              <a:t>10</a:t>
            </a:fld>
            <a:endParaRPr lang="en-IN"/>
          </a:p>
        </p:txBody>
      </p:sp>
      <p:sp>
        <p:nvSpPr>
          <p:cNvPr id="13315" name="TextBox 8">
            <a:extLst>
              <a:ext uri="{FF2B5EF4-FFF2-40B4-BE49-F238E27FC236}">
                <a16:creationId xmlns:a16="http://schemas.microsoft.com/office/drawing/2014/main" xmlns="" id="{42268F63-B332-395B-2F98-F692DF4AD332}"/>
              </a:ext>
            </a:extLst>
          </p:cNvPr>
          <p:cNvSpPr txBox="1">
            <a:spLocks noChangeArrowheads="1"/>
          </p:cNvSpPr>
          <p:nvPr/>
        </p:nvSpPr>
        <p:spPr bwMode="auto">
          <a:xfrm>
            <a:off x="1017588" y="46038"/>
            <a:ext cx="11125200" cy="646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IN" altLang="en-US" sz="3600" b="1">
                <a:solidFill>
                  <a:srgbClr val="C00000"/>
                </a:solidFill>
              </a:rPr>
              <a:t>Importance of the Course</a:t>
            </a:r>
          </a:p>
        </p:txBody>
      </p:sp>
      <p:pic>
        <p:nvPicPr>
          <p:cNvPr id="13316" name="Picture 2" descr="Galgotias University - Wikipedia">
            <a:extLst>
              <a:ext uri="{FF2B5EF4-FFF2-40B4-BE49-F238E27FC236}">
                <a16:creationId xmlns:a16="http://schemas.microsoft.com/office/drawing/2014/main" xmlns="" id="{5E2233AA-1D7E-E597-E078-3243CE1228D4}"/>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9213" y="30163"/>
            <a:ext cx="1101725" cy="1101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3317" name="Picture 4">
            <a:extLst>
              <a:ext uri="{FF2B5EF4-FFF2-40B4-BE49-F238E27FC236}">
                <a16:creationId xmlns:a16="http://schemas.microsoft.com/office/drawing/2014/main" xmlns="" id="{69D982CB-9F77-C2E6-7A8A-5364FCB70E66}"/>
              </a:ext>
            </a:extLst>
          </p:cNvPr>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017588" y="671513"/>
            <a:ext cx="11199812" cy="36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TextBox 6">
            <a:extLst>
              <a:ext uri="{FF2B5EF4-FFF2-40B4-BE49-F238E27FC236}">
                <a16:creationId xmlns:a16="http://schemas.microsoft.com/office/drawing/2014/main" xmlns="" id="{B31F9D6D-00A0-176B-B8CC-C348D1EE2BBA}"/>
              </a:ext>
            </a:extLst>
          </p:cNvPr>
          <p:cNvSpPr txBox="1"/>
          <p:nvPr/>
        </p:nvSpPr>
        <p:spPr>
          <a:xfrm>
            <a:off x="600075" y="902857"/>
            <a:ext cx="11125200" cy="587853"/>
          </a:xfrm>
          <a:prstGeom prst="rect">
            <a:avLst/>
          </a:prstGeom>
          <a:noFill/>
        </p:spPr>
        <p:txBody>
          <a:bodyPr>
            <a:spAutoFit/>
          </a:bodyPr>
          <a:lstStyle/>
          <a:p>
            <a:pPr algn="just" eaLnBrk="1" fontAlgn="auto" hangingPunct="1">
              <a:lnSpc>
                <a:spcPct val="115000"/>
              </a:lnSpc>
              <a:spcBef>
                <a:spcPts val="0"/>
              </a:spcBef>
              <a:spcAft>
                <a:spcPts val="800"/>
              </a:spcAft>
              <a:buSzPts val="1000"/>
              <a:tabLst>
                <a:tab pos="457200" algn="l"/>
              </a:tabLst>
              <a:defRPr/>
            </a:pPr>
            <a:r>
              <a:rPr lang="en-IN" sz="2800" b="1" kern="100" dirty="0">
                <a:latin typeface="+mn-lt"/>
                <a:ea typeface="Aptos" panose="020B0004020202020204" pitchFamily="34" charset="0"/>
                <a:cs typeface="Times New Roman" panose="02020603050405020304" pitchFamily="18" charset="0"/>
              </a:rPr>
              <a:t>Career </a:t>
            </a:r>
            <a:r>
              <a:rPr lang="en-IN" sz="2800" b="1" kern="100" dirty="0">
                <a:latin typeface="Times New Roman" pitchFamily="18" charset="0"/>
                <a:ea typeface="Aptos" panose="020B0004020202020204" pitchFamily="34" charset="0"/>
                <a:cs typeface="Times New Roman" pitchFamily="18" charset="0"/>
              </a:rPr>
              <a:t>Applications</a:t>
            </a:r>
            <a:r>
              <a:rPr lang="en-IN" sz="2800" b="1" kern="100" dirty="0">
                <a:latin typeface="+mn-lt"/>
                <a:ea typeface="Aptos" panose="020B0004020202020204" pitchFamily="34" charset="0"/>
                <a:cs typeface="Times New Roman" panose="02020603050405020304" pitchFamily="18" charset="0"/>
              </a:rPr>
              <a:t>:</a:t>
            </a:r>
          </a:p>
        </p:txBody>
      </p:sp>
      <p:sp>
        <p:nvSpPr>
          <p:cNvPr id="8" name="Rectangle 7"/>
          <p:cNvSpPr/>
          <p:nvPr/>
        </p:nvSpPr>
        <p:spPr>
          <a:xfrm>
            <a:off x="582799" y="1457011"/>
            <a:ext cx="11248412" cy="522514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lvl="0" algn="just" eaLnBrk="1" hangingPunct="1">
              <a:buFontTx/>
              <a:buChar char="•"/>
            </a:pPr>
            <a:r>
              <a:rPr lang="en-US" b="1" dirty="0" smtClean="0">
                <a:solidFill>
                  <a:schemeClr val="tx1"/>
                </a:solidFill>
                <a:latin typeface="Times New Roman" pitchFamily="18" charset="0"/>
                <a:cs typeface="Times New Roman" pitchFamily="18" charset="0"/>
              </a:rPr>
              <a:t>   Security </a:t>
            </a:r>
            <a:r>
              <a:rPr lang="en-US" b="1" dirty="0">
                <a:solidFill>
                  <a:schemeClr val="tx1"/>
                </a:solidFill>
                <a:latin typeface="Times New Roman" pitchFamily="18" charset="0"/>
                <a:cs typeface="Times New Roman" pitchFamily="18" charset="0"/>
              </a:rPr>
              <a:t>Analyst (SOC Analyst</a:t>
            </a:r>
            <a:r>
              <a:rPr lang="en-US" b="1" dirty="0" smtClean="0">
                <a:solidFill>
                  <a:schemeClr val="tx1"/>
                </a:solidFill>
                <a:latin typeface="Times New Roman" pitchFamily="18" charset="0"/>
                <a:cs typeface="Times New Roman" pitchFamily="18" charset="0"/>
              </a:rPr>
              <a:t>)  </a:t>
            </a:r>
          </a:p>
          <a:p>
            <a:pPr marL="231775" lvl="0" indent="-231775" algn="just" eaLnBrk="1" hangingPunct="1"/>
            <a:r>
              <a:rPr lang="en-US" dirty="0" smtClean="0">
                <a:solidFill>
                  <a:schemeClr val="tx1"/>
                </a:solidFill>
                <a:latin typeface="Times New Roman" pitchFamily="18" charset="0"/>
                <a:cs typeface="Times New Roman" pitchFamily="18" charset="0"/>
              </a:rPr>
              <a:t>    Monitor </a:t>
            </a:r>
            <a:r>
              <a:rPr lang="en-US" dirty="0">
                <a:solidFill>
                  <a:schemeClr val="tx1"/>
                </a:solidFill>
                <a:latin typeface="Times New Roman" pitchFamily="18" charset="0"/>
                <a:cs typeface="Times New Roman" pitchFamily="18" charset="0"/>
              </a:rPr>
              <a:t>security alerts, investigate suspicious activity, respond to incidents, and help prevent attacks using SIEM tools and log analysis</a:t>
            </a:r>
            <a:r>
              <a:rPr lang="en-US" dirty="0" smtClean="0">
                <a:solidFill>
                  <a:schemeClr val="tx1"/>
                </a:solidFill>
                <a:latin typeface="Times New Roman" pitchFamily="18" charset="0"/>
                <a:cs typeface="Times New Roman" pitchFamily="18" charset="0"/>
              </a:rPr>
              <a:t>.</a:t>
            </a:r>
          </a:p>
          <a:p>
            <a:pPr lvl="0" algn="just" eaLnBrk="1" hangingPunct="1"/>
            <a:endParaRPr lang="en-US" dirty="0">
              <a:solidFill>
                <a:schemeClr val="tx1"/>
              </a:solidFill>
              <a:latin typeface="Times New Roman" pitchFamily="18" charset="0"/>
              <a:cs typeface="Times New Roman" pitchFamily="18" charset="0"/>
            </a:endParaRPr>
          </a:p>
          <a:p>
            <a:pPr lvl="0" algn="just">
              <a:buFontTx/>
              <a:buChar char="•"/>
            </a:pPr>
            <a:r>
              <a:rPr lang="en-US" b="1" dirty="0" smtClean="0">
                <a:solidFill>
                  <a:schemeClr val="tx1"/>
                </a:solidFill>
                <a:latin typeface="Times New Roman" pitchFamily="18" charset="0"/>
                <a:cs typeface="Times New Roman" pitchFamily="18" charset="0"/>
              </a:rPr>
              <a:t>   Network </a:t>
            </a:r>
            <a:r>
              <a:rPr lang="en-US" b="1" dirty="0">
                <a:solidFill>
                  <a:schemeClr val="tx1"/>
                </a:solidFill>
                <a:latin typeface="Times New Roman" pitchFamily="18" charset="0"/>
                <a:cs typeface="Times New Roman" pitchFamily="18" charset="0"/>
              </a:rPr>
              <a:t>/ System Security </a:t>
            </a:r>
            <a:r>
              <a:rPr lang="en-US" b="1" dirty="0" smtClean="0">
                <a:solidFill>
                  <a:schemeClr val="tx1"/>
                </a:solidFill>
                <a:latin typeface="Times New Roman" pitchFamily="18" charset="0"/>
                <a:cs typeface="Times New Roman" pitchFamily="18" charset="0"/>
              </a:rPr>
              <a:t>Administrator </a:t>
            </a:r>
          </a:p>
          <a:p>
            <a:pPr marL="231775" lvl="0" algn="just"/>
            <a:r>
              <a:rPr lang="en-US" dirty="0" smtClean="0">
                <a:solidFill>
                  <a:schemeClr val="tx1"/>
                </a:solidFill>
                <a:latin typeface="Times New Roman" pitchFamily="18" charset="0"/>
                <a:cs typeface="Times New Roman" pitchFamily="18" charset="0"/>
              </a:rPr>
              <a:t>Secure </a:t>
            </a:r>
            <a:r>
              <a:rPr lang="en-US" dirty="0">
                <a:solidFill>
                  <a:schemeClr val="tx1"/>
                </a:solidFill>
                <a:latin typeface="Times New Roman" pitchFamily="18" charset="0"/>
                <a:cs typeface="Times New Roman" pitchFamily="18" charset="0"/>
              </a:rPr>
              <a:t>servers, endpoints, and networks by configuring firewalls, IDS/IPS, access control, patch management, and backup policies</a:t>
            </a:r>
            <a:r>
              <a:rPr lang="en-US" dirty="0" smtClean="0">
                <a:solidFill>
                  <a:schemeClr val="tx1"/>
                </a:solidFill>
                <a:latin typeface="Times New Roman" pitchFamily="18" charset="0"/>
                <a:cs typeface="Times New Roman" pitchFamily="18" charset="0"/>
              </a:rPr>
              <a:t>.</a:t>
            </a:r>
          </a:p>
          <a:p>
            <a:pPr lvl="0" algn="just"/>
            <a:endParaRPr lang="en-US" dirty="0">
              <a:solidFill>
                <a:schemeClr val="tx1"/>
              </a:solidFill>
              <a:latin typeface="Times New Roman" pitchFamily="18" charset="0"/>
              <a:cs typeface="Times New Roman" pitchFamily="18" charset="0"/>
            </a:endParaRPr>
          </a:p>
          <a:p>
            <a:pPr lvl="0" algn="just">
              <a:buFontTx/>
              <a:buChar char="•"/>
            </a:pPr>
            <a:r>
              <a:rPr lang="en-US" b="1" dirty="0" smtClean="0">
                <a:solidFill>
                  <a:schemeClr val="tx1"/>
                </a:solidFill>
                <a:latin typeface="Times New Roman" pitchFamily="18" charset="0"/>
                <a:cs typeface="Times New Roman" pitchFamily="18" charset="0"/>
              </a:rPr>
              <a:t>   Penetration </a:t>
            </a:r>
            <a:r>
              <a:rPr lang="en-US" b="1" dirty="0">
                <a:solidFill>
                  <a:schemeClr val="tx1"/>
                </a:solidFill>
                <a:latin typeface="Times New Roman" pitchFamily="18" charset="0"/>
                <a:cs typeface="Times New Roman" pitchFamily="18" charset="0"/>
              </a:rPr>
              <a:t>Tester (Ethical Hacker</a:t>
            </a:r>
            <a:r>
              <a:rPr lang="en-US" b="1" dirty="0" smtClean="0">
                <a:solidFill>
                  <a:schemeClr val="tx1"/>
                </a:solidFill>
                <a:latin typeface="Times New Roman" pitchFamily="18" charset="0"/>
                <a:cs typeface="Times New Roman" pitchFamily="18" charset="0"/>
              </a:rPr>
              <a:t>) </a:t>
            </a:r>
          </a:p>
          <a:p>
            <a:pPr marL="231775" lvl="0" algn="just"/>
            <a:r>
              <a:rPr lang="en-US" dirty="0" smtClean="0">
                <a:solidFill>
                  <a:schemeClr val="tx1"/>
                </a:solidFill>
                <a:latin typeface="Times New Roman" pitchFamily="18" charset="0"/>
                <a:cs typeface="Times New Roman" pitchFamily="18" charset="0"/>
              </a:rPr>
              <a:t>Test </a:t>
            </a:r>
            <a:r>
              <a:rPr lang="en-US" dirty="0">
                <a:solidFill>
                  <a:schemeClr val="tx1"/>
                </a:solidFill>
                <a:latin typeface="Times New Roman" pitchFamily="18" charset="0"/>
                <a:cs typeface="Times New Roman" pitchFamily="18" charset="0"/>
              </a:rPr>
              <a:t>websites, applications, and networks for vulnerabilities, perform controlled attacks, and report security weaknesses with fixes</a:t>
            </a:r>
            <a:r>
              <a:rPr lang="en-US" dirty="0" smtClean="0">
                <a:solidFill>
                  <a:schemeClr val="tx1"/>
                </a:solidFill>
                <a:latin typeface="Times New Roman" pitchFamily="18" charset="0"/>
                <a:cs typeface="Times New Roman" pitchFamily="18" charset="0"/>
              </a:rPr>
              <a:t>.</a:t>
            </a:r>
          </a:p>
          <a:p>
            <a:pPr lvl="0" algn="just"/>
            <a:endParaRPr lang="en-US" dirty="0">
              <a:solidFill>
                <a:schemeClr val="tx1"/>
              </a:solidFill>
              <a:latin typeface="Times New Roman" pitchFamily="18" charset="0"/>
              <a:cs typeface="Times New Roman" pitchFamily="18" charset="0"/>
            </a:endParaRPr>
          </a:p>
          <a:p>
            <a:pPr lvl="0" algn="just">
              <a:buFontTx/>
              <a:buChar char="•"/>
            </a:pPr>
            <a:r>
              <a:rPr lang="en-US" b="1" dirty="0" smtClean="0">
                <a:solidFill>
                  <a:schemeClr val="tx1"/>
                </a:solidFill>
                <a:latin typeface="Times New Roman" pitchFamily="18" charset="0"/>
                <a:cs typeface="Times New Roman" pitchFamily="18" charset="0"/>
              </a:rPr>
              <a:t>   Cloud </a:t>
            </a:r>
            <a:r>
              <a:rPr lang="en-US" b="1" dirty="0">
                <a:solidFill>
                  <a:schemeClr val="tx1"/>
                </a:solidFill>
                <a:latin typeface="Times New Roman" pitchFamily="18" charset="0"/>
                <a:cs typeface="Times New Roman" pitchFamily="18" charset="0"/>
              </a:rPr>
              <a:t>Security </a:t>
            </a:r>
            <a:r>
              <a:rPr lang="en-US" b="1" dirty="0" smtClean="0">
                <a:solidFill>
                  <a:schemeClr val="tx1"/>
                </a:solidFill>
                <a:latin typeface="Times New Roman" pitchFamily="18" charset="0"/>
                <a:cs typeface="Times New Roman" pitchFamily="18" charset="0"/>
              </a:rPr>
              <a:t>Engineer </a:t>
            </a:r>
          </a:p>
          <a:p>
            <a:pPr marL="231775" lvl="0" algn="just"/>
            <a:r>
              <a:rPr lang="en-US" dirty="0" smtClean="0">
                <a:solidFill>
                  <a:schemeClr val="tx1"/>
                </a:solidFill>
                <a:latin typeface="Times New Roman" pitchFamily="18" charset="0"/>
                <a:cs typeface="Times New Roman" pitchFamily="18" charset="0"/>
              </a:rPr>
              <a:t>Protect </a:t>
            </a:r>
            <a:r>
              <a:rPr lang="en-US" dirty="0">
                <a:solidFill>
                  <a:schemeClr val="tx1"/>
                </a:solidFill>
                <a:latin typeface="Times New Roman" pitchFamily="18" charset="0"/>
                <a:cs typeface="Times New Roman" pitchFamily="18" charset="0"/>
              </a:rPr>
              <a:t>cloud infrastructure (AWS/Azure/GCP) by managing IAM, encryption, secure configurations, monitoring, and compliance controls</a:t>
            </a:r>
            <a:r>
              <a:rPr lang="en-US" dirty="0" smtClean="0">
                <a:solidFill>
                  <a:schemeClr val="tx1"/>
                </a:solidFill>
                <a:latin typeface="Times New Roman" pitchFamily="18" charset="0"/>
                <a:cs typeface="Times New Roman" pitchFamily="18" charset="0"/>
              </a:rPr>
              <a:t>.</a:t>
            </a:r>
          </a:p>
          <a:p>
            <a:pPr lvl="0" algn="just">
              <a:buFontTx/>
              <a:buChar char="•"/>
            </a:pPr>
            <a:endParaRPr lang="en-US" dirty="0">
              <a:solidFill>
                <a:schemeClr val="tx1"/>
              </a:solidFill>
              <a:latin typeface="Times New Roman" pitchFamily="18" charset="0"/>
              <a:cs typeface="Times New Roman" pitchFamily="18" charset="0"/>
            </a:endParaRPr>
          </a:p>
          <a:p>
            <a:pPr lvl="0" algn="just">
              <a:buFontTx/>
              <a:buChar char="•"/>
            </a:pPr>
            <a:r>
              <a:rPr lang="en-US" b="1" dirty="0" smtClean="0">
                <a:solidFill>
                  <a:schemeClr val="tx1"/>
                </a:solidFill>
                <a:latin typeface="Times New Roman" pitchFamily="18" charset="0"/>
                <a:cs typeface="Times New Roman" pitchFamily="18" charset="0"/>
              </a:rPr>
              <a:t>   GRC </a:t>
            </a:r>
            <a:r>
              <a:rPr lang="en-US" b="1" dirty="0">
                <a:solidFill>
                  <a:schemeClr val="tx1"/>
                </a:solidFill>
                <a:latin typeface="Times New Roman" pitchFamily="18" charset="0"/>
                <a:cs typeface="Times New Roman" pitchFamily="18" charset="0"/>
              </a:rPr>
              <a:t>/ </a:t>
            </a:r>
            <a:r>
              <a:rPr lang="en-US" b="1" dirty="0" err="1">
                <a:solidFill>
                  <a:schemeClr val="tx1"/>
                </a:solidFill>
                <a:latin typeface="Times New Roman" pitchFamily="18" charset="0"/>
                <a:cs typeface="Times New Roman" pitchFamily="18" charset="0"/>
              </a:rPr>
              <a:t>Cybersecurity</a:t>
            </a:r>
            <a:r>
              <a:rPr lang="en-US" b="1" dirty="0">
                <a:solidFill>
                  <a:schemeClr val="tx1"/>
                </a:solidFill>
                <a:latin typeface="Times New Roman" pitchFamily="18" charset="0"/>
                <a:cs typeface="Times New Roman" pitchFamily="18" charset="0"/>
              </a:rPr>
              <a:t> Compliance (Governance, Risk, Compliance</a:t>
            </a:r>
            <a:r>
              <a:rPr lang="en-US" b="1" dirty="0" smtClean="0">
                <a:solidFill>
                  <a:schemeClr val="tx1"/>
                </a:solidFill>
                <a:latin typeface="Times New Roman" pitchFamily="18" charset="0"/>
                <a:cs typeface="Times New Roman" pitchFamily="18" charset="0"/>
              </a:rPr>
              <a:t>) </a:t>
            </a:r>
          </a:p>
          <a:p>
            <a:pPr marL="231775" lvl="0" algn="just"/>
            <a:r>
              <a:rPr lang="en-US" dirty="0" smtClean="0">
                <a:solidFill>
                  <a:schemeClr val="tx1"/>
                </a:solidFill>
                <a:latin typeface="Times New Roman" pitchFamily="18" charset="0"/>
                <a:cs typeface="Times New Roman" pitchFamily="18" charset="0"/>
              </a:rPr>
              <a:t>Work </a:t>
            </a:r>
            <a:r>
              <a:rPr lang="en-US" dirty="0">
                <a:solidFill>
                  <a:schemeClr val="tx1"/>
                </a:solidFill>
                <a:latin typeface="Times New Roman" pitchFamily="18" charset="0"/>
                <a:cs typeface="Times New Roman" pitchFamily="18" charset="0"/>
              </a:rPr>
              <a:t>on risk assessment, security policies, audits, standards (ISO 27001, NIST), and ensuring organizations meet regulatory requirements</a:t>
            </a:r>
            <a:endParaRPr lang="en-US" dirty="0">
              <a:latin typeface="Times New Roman" pitchFamily="18" charset="0"/>
              <a:cs typeface="Times New Roman" pitchFamily="18" charset="0"/>
            </a:endParaRPr>
          </a:p>
        </p:txBody>
      </p:sp>
      <p:sp>
        <p:nvSpPr>
          <p:cNvPr id="16385" name="Rectangle 1"/>
          <p:cNvSpPr>
            <a:spLocks noChangeArrowheads="1"/>
          </p:cNvSpPr>
          <p:nvPr/>
        </p:nvSpPr>
        <p:spPr bwMode="auto">
          <a:xfrm>
            <a:off x="0" y="-184666"/>
            <a:ext cx="328936"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latin typeface="Arial" charset="0"/>
                <a:cs typeface="Arial" charset="0"/>
              </a:rPr>
              <a:t>.</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Galgotias University - Wikipedia">
            <a:extLst>
              <a:ext uri="{FF2B5EF4-FFF2-40B4-BE49-F238E27FC236}">
                <a16:creationId xmlns:a16="http://schemas.microsoft.com/office/drawing/2014/main" xmlns="" id="{43E7B52E-4C87-2F7F-F660-EA34FDB62924}"/>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9213" y="30163"/>
            <a:ext cx="1101725" cy="1101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xmlns="" id="{837EBCF3-2C73-4A1C-24F1-4E5756223ADE}"/>
              </a:ext>
            </a:extLst>
          </p:cNvPr>
          <p:cNvCxnSpPr>
            <a:cxnSpLocks/>
          </p:cNvCxnSpPr>
          <p:nvPr/>
        </p:nvCxnSpPr>
        <p:spPr>
          <a:xfrm>
            <a:off x="1017588" y="708025"/>
            <a:ext cx="11174412"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14340" name="TextBox 8">
            <a:extLst>
              <a:ext uri="{FF2B5EF4-FFF2-40B4-BE49-F238E27FC236}">
                <a16:creationId xmlns:a16="http://schemas.microsoft.com/office/drawing/2014/main" xmlns="" id="{C96F048F-AB78-A035-9AA8-590741F76B5B}"/>
              </a:ext>
            </a:extLst>
          </p:cNvPr>
          <p:cNvSpPr txBox="1">
            <a:spLocks noChangeArrowheads="1"/>
          </p:cNvSpPr>
          <p:nvPr/>
        </p:nvSpPr>
        <p:spPr bwMode="auto">
          <a:xfrm>
            <a:off x="1017588" y="46038"/>
            <a:ext cx="11125200" cy="646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IN" altLang="en-US" sz="3600" b="1">
                <a:solidFill>
                  <a:srgbClr val="C00000"/>
                </a:solidFill>
              </a:rPr>
              <a:t>Course Content</a:t>
            </a:r>
          </a:p>
        </p:txBody>
      </p:sp>
      <p:sp>
        <p:nvSpPr>
          <p:cNvPr id="3" name="TextBox 2">
            <a:extLst>
              <a:ext uri="{FF2B5EF4-FFF2-40B4-BE49-F238E27FC236}">
                <a16:creationId xmlns:a16="http://schemas.microsoft.com/office/drawing/2014/main" xmlns="" id="{73F790B2-1233-8633-3CDF-6E73D7C436BD}"/>
              </a:ext>
            </a:extLst>
          </p:cNvPr>
          <p:cNvSpPr txBox="1"/>
          <p:nvPr/>
        </p:nvSpPr>
        <p:spPr>
          <a:xfrm>
            <a:off x="600075" y="1560513"/>
            <a:ext cx="11174413" cy="4137543"/>
          </a:xfrm>
          <a:prstGeom prst="rect">
            <a:avLst/>
          </a:prstGeom>
          <a:noFill/>
        </p:spPr>
        <p:txBody>
          <a:bodyPr>
            <a:spAutoFit/>
          </a:bodyPr>
          <a:lstStyle/>
          <a:p>
            <a:pPr algn="just" eaLnBrk="1" fontAlgn="auto" hangingPunct="1">
              <a:lnSpc>
                <a:spcPct val="115000"/>
              </a:lnSpc>
              <a:spcBef>
                <a:spcPts val="0"/>
              </a:spcBef>
              <a:spcAft>
                <a:spcPts val="800"/>
              </a:spcAft>
              <a:buSzPts val="1000"/>
              <a:tabLst>
                <a:tab pos="457200" algn="l"/>
              </a:tabLst>
              <a:defRPr/>
            </a:pPr>
            <a:r>
              <a:rPr lang="en-IN" sz="2400" b="1" kern="100" dirty="0">
                <a:latin typeface="Times New Roman" pitchFamily="18" charset="0"/>
                <a:ea typeface="Aptos" panose="020B0004020202020204" pitchFamily="34" charset="0"/>
                <a:cs typeface="Times New Roman" pitchFamily="18" charset="0"/>
              </a:rPr>
              <a:t>Overview:</a:t>
            </a:r>
            <a:r>
              <a:rPr lang="en-IN" sz="2400" kern="100" dirty="0">
                <a:latin typeface="Times New Roman" pitchFamily="18" charset="0"/>
                <a:ea typeface="Aptos" panose="020B0004020202020204" pitchFamily="34" charset="0"/>
                <a:cs typeface="Times New Roman" pitchFamily="18" charset="0"/>
              </a:rPr>
              <a:t> </a:t>
            </a:r>
            <a:endParaRPr lang="en-IN" sz="2400" kern="100" dirty="0" smtClean="0">
              <a:latin typeface="Times New Roman" pitchFamily="18" charset="0"/>
              <a:ea typeface="Aptos" panose="020B0004020202020204" pitchFamily="34" charset="0"/>
              <a:cs typeface="Times New Roman" pitchFamily="18" charset="0"/>
            </a:endParaRPr>
          </a:p>
          <a:p>
            <a:pPr algn="just" eaLnBrk="1" fontAlgn="auto" hangingPunct="1">
              <a:lnSpc>
                <a:spcPct val="115000"/>
              </a:lnSpc>
              <a:spcBef>
                <a:spcPts val="0"/>
              </a:spcBef>
              <a:spcAft>
                <a:spcPts val="800"/>
              </a:spcAft>
              <a:buSzPts val="1000"/>
              <a:tabLst>
                <a:tab pos="457200" algn="l"/>
              </a:tabLst>
              <a:defRPr/>
            </a:pPr>
            <a:endParaRPr lang="en-IN" sz="2400" kern="100" dirty="0">
              <a:latin typeface="Times New Roman" pitchFamily="18" charset="0"/>
              <a:ea typeface="Aptos" panose="020B0004020202020204" pitchFamily="34" charset="0"/>
              <a:cs typeface="Times New Roman" pitchFamily="18" charset="0"/>
            </a:endParaRPr>
          </a:p>
          <a:p>
            <a:pPr marL="342900" indent="-342900" algn="just" eaLnBrk="1" fontAlgn="auto" hangingPunct="1">
              <a:lnSpc>
                <a:spcPct val="115000"/>
              </a:lnSpc>
              <a:spcBef>
                <a:spcPts val="0"/>
              </a:spcBef>
              <a:spcAft>
                <a:spcPts val="800"/>
              </a:spcAft>
              <a:buSzPts val="1000"/>
              <a:buFont typeface="Symbol" panose="05050102010706020507" pitchFamily="18" charset="2"/>
              <a:buChar char=""/>
              <a:tabLst>
                <a:tab pos="457200" algn="l"/>
              </a:tabLst>
              <a:defRPr/>
            </a:pPr>
            <a:r>
              <a:rPr lang="en-US" sz="2400" b="1" spc="-10" dirty="0">
                <a:solidFill>
                  <a:srgbClr val="000000"/>
                </a:solidFill>
                <a:latin typeface="Times New Roman" pitchFamily="18" charset="0"/>
                <a:ea typeface="Calibri" panose="020F0502020204030204" pitchFamily="34" charset="0"/>
                <a:cs typeface="Times New Roman" pitchFamily="18" charset="0"/>
              </a:rPr>
              <a:t>UNIT-1: </a:t>
            </a:r>
            <a:r>
              <a:rPr lang="en-US" sz="2400" b="1" dirty="0">
                <a:latin typeface="Times New Roman" pitchFamily="18" charset="0"/>
                <a:cs typeface="Times New Roman" pitchFamily="18" charset="0"/>
              </a:rPr>
              <a:t>Introduction:</a:t>
            </a:r>
            <a:r>
              <a:rPr lang="en-US" sz="2400" dirty="0">
                <a:latin typeface="Times New Roman" pitchFamily="18" charset="0"/>
                <a:cs typeface="Times New Roman" pitchFamily="18" charset="0"/>
              </a:rPr>
              <a:t>.</a:t>
            </a:r>
          </a:p>
          <a:p>
            <a:pPr marL="342900" indent="-342900" algn="just" eaLnBrk="1" fontAlgn="auto" hangingPunct="1">
              <a:lnSpc>
                <a:spcPct val="115000"/>
              </a:lnSpc>
              <a:spcBef>
                <a:spcPts val="0"/>
              </a:spcBef>
              <a:spcAft>
                <a:spcPts val="800"/>
              </a:spcAft>
              <a:buSzPts val="1000"/>
              <a:buFont typeface="Symbol" panose="05050102010706020507" pitchFamily="18" charset="2"/>
              <a:buChar char=""/>
              <a:tabLst>
                <a:tab pos="457200" algn="l"/>
              </a:tabLst>
              <a:defRPr/>
            </a:pPr>
            <a:r>
              <a:rPr lang="en-US" sz="2400" b="1" spc="-10" dirty="0">
                <a:solidFill>
                  <a:srgbClr val="000000"/>
                </a:solidFill>
                <a:latin typeface="Times New Roman" pitchFamily="18" charset="0"/>
                <a:ea typeface="Calibri" panose="020F0502020204030204" pitchFamily="34" charset="0"/>
                <a:cs typeface="Times New Roman" pitchFamily="18" charset="0"/>
              </a:rPr>
              <a:t>UNIT-2: </a:t>
            </a:r>
            <a:r>
              <a:rPr lang="en-US" sz="2400" b="1" dirty="0">
                <a:latin typeface="Times New Roman" pitchFamily="18" charset="0"/>
                <a:cs typeface="Times New Roman" pitchFamily="18" charset="0"/>
              </a:rPr>
              <a:t>Fundamentals of cryptography</a:t>
            </a:r>
            <a:r>
              <a:rPr lang="en-US" sz="2400" dirty="0">
                <a:latin typeface="Times New Roman" pitchFamily="18" charset="0"/>
                <a:cs typeface="Times New Roman" pitchFamily="18" charset="0"/>
              </a:rPr>
              <a:t>.</a:t>
            </a:r>
          </a:p>
          <a:p>
            <a:pPr marL="342900" indent="-342900" algn="just" eaLnBrk="1" fontAlgn="auto" hangingPunct="1">
              <a:lnSpc>
                <a:spcPct val="115000"/>
              </a:lnSpc>
              <a:spcBef>
                <a:spcPts val="0"/>
              </a:spcBef>
              <a:spcAft>
                <a:spcPts val="800"/>
              </a:spcAft>
              <a:buSzPts val="1000"/>
              <a:buFont typeface="Symbol" panose="05050102010706020507" pitchFamily="18" charset="2"/>
              <a:buChar char=""/>
              <a:tabLst>
                <a:tab pos="457200" algn="l"/>
              </a:tabLst>
              <a:defRPr/>
            </a:pPr>
            <a:r>
              <a:rPr lang="en-US" sz="2400" b="1" spc="-10" dirty="0">
                <a:solidFill>
                  <a:srgbClr val="000000"/>
                </a:solidFill>
                <a:latin typeface="Times New Roman" pitchFamily="18" charset="0"/>
                <a:ea typeface="Calibri" panose="020F0502020204030204" pitchFamily="34" charset="0"/>
                <a:cs typeface="Times New Roman" pitchFamily="18" charset="0"/>
              </a:rPr>
              <a:t>UNIT-3: </a:t>
            </a:r>
            <a:r>
              <a:rPr lang="en-US" sz="2400" b="1" dirty="0">
                <a:latin typeface="Times New Roman" pitchFamily="18" charset="0"/>
                <a:cs typeface="Times New Roman" pitchFamily="18" charset="0"/>
              </a:rPr>
              <a:t>Hash functions &amp; digital signatures: </a:t>
            </a:r>
          </a:p>
          <a:p>
            <a:pPr marL="342900" indent="-342900" algn="just" eaLnBrk="1" fontAlgn="auto" hangingPunct="1">
              <a:lnSpc>
                <a:spcPct val="115000"/>
              </a:lnSpc>
              <a:spcBef>
                <a:spcPts val="0"/>
              </a:spcBef>
              <a:spcAft>
                <a:spcPts val="800"/>
              </a:spcAft>
              <a:buSzPts val="1000"/>
              <a:buFont typeface="Symbol" panose="05050102010706020507" pitchFamily="18" charset="2"/>
              <a:buChar char=""/>
              <a:tabLst>
                <a:tab pos="457200" algn="l"/>
              </a:tabLst>
              <a:defRPr/>
            </a:pPr>
            <a:r>
              <a:rPr lang="en-US" sz="2400" b="1" spc="-10" dirty="0">
                <a:solidFill>
                  <a:srgbClr val="000000"/>
                </a:solidFill>
                <a:latin typeface="Times New Roman" pitchFamily="18" charset="0"/>
                <a:ea typeface="Calibri" panose="020F0502020204030204" pitchFamily="34" charset="0"/>
                <a:cs typeface="Times New Roman" pitchFamily="18" charset="0"/>
              </a:rPr>
              <a:t>UNIT-4:  </a:t>
            </a:r>
            <a:r>
              <a:rPr lang="en-US" sz="2400" b="1" dirty="0">
                <a:latin typeface="Times New Roman" pitchFamily="18" charset="0"/>
                <a:cs typeface="Times New Roman" pitchFamily="18" charset="0"/>
              </a:rPr>
              <a:t>Ethical hacking concepts &amp; Cyber </a:t>
            </a:r>
            <a:r>
              <a:rPr lang="en-US" sz="2400" b="1" dirty="0" smtClean="0">
                <a:latin typeface="Times New Roman" pitchFamily="18" charset="0"/>
                <a:cs typeface="Times New Roman" pitchFamily="18" charset="0"/>
              </a:rPr>
              <a:t>Laws</a:t>
            </a:r>
          </a:p>
          <a:p>
            <a:pPr marL="342900" indent="-342900" algn="just" eaLnBrk="1" fontAlgn="auto" hangingPunct="1">
              <a:lnSpc>
                <a:spcPct val="115000"/>
              </a:lnSpc>
              <a:spcBef>
                <a:spcPts val="0"/>
              </a:spcBef>
              <a:spcAft>
                <a:spcPts val="800"/>
              </a:spcAft>
              <a:buSzPts val="1000"/>
              <a:buFont typeface="Symbol" panose="05050102010706020507" pitchFamily="18" charset="2"/>
              <a:buChar char=""/>
              <a:tabLst>
                <a:tab pos="457200" algn="l"/>
              </a:tabLst>
              <a:defRPr/>
            </a:pPr>
            <a:endParaRPr lang="en-IN" sz="2000" kern="100" dirty="0">
              <a:latin typeface="Times New Roman" pitchFamily="18" charset="0"/>
              <a:ea typeface="Aptos" panose="020B0004020202020204" pitchFamily="34" charset="0"/>
              <a:cs typeface="Times New Roman" pitchFamily="18" charset="0"/>
            </a:endParaRPr>
          </a:p>
          <a:p>
            <a:pPr algn="just" eaLnBrk="1" fontAlgn="auto" hangingPunct="1">
              <a:lnSpc>
                <a:spcPct val="115000"/>
              </a:lnSpc>
              <a:spcBef>
                <a:spcPts val="0"/>
              </a:spcBef>
              <a:spcAft>
                <a:spcPts val="800"/>
              </a:spcAft>
              <a:buSzPts val="1000"/>
              <a:tabLst>
                <a:tab pos="457200" algn="l"/>
              </a:tabLst>
              <a:defRPr/>
            </a:pPr>
            <a:r>
              <a:rPr lang="en-IN" sz="2400" b="1" kern="100" dirty="0">
                <a:latin typeface="Times New Roman" pitchFamily="18" charset="0"/>
                <a:ea typeface="Aptos" panose="020B0004020202020204" pitchFamily="34" charset="0"/>
                <a:cs typeface="Times New Roman" pitchFamily="18" charset="0"/>
              </a:rPr>
              <a:t>Detailed Breakdown: </a:t>
            </a:r>
            <a:r>
              <a:rPr lang="en-IN" sz="2400" kern="100" dirty="0">
                <a:latin typeface="Times New Roman" pitchFamily="18" charset="0"/>
                <a:ea typeface="Aptos" panose="020B0004020202020204" pitchFamily="34" charset="0"/>
                <a:cs typeface="Times New Roman" pitchFamily="18" charset="0"/>
              </a:rPr>
              <a:t>Continued in next slide…</a:t>
            </a:r>
            <a:endParaRPr lang="en-US" sz="2400" dirty="0">
              <a:latin typeface="Times New Roman" pitchFamily="18" charset="0"/>
              <a:cs typeface="Times New Roman" pitchFamily="18" charset="0"/>
            </a:endParaRPr>
          </a:p>
        </p:txBody>
      </p:sp>
      <p:sp>
        <p:nvSpPr>
          <p:cNvPr id="2" name="Slide Number Placeholder 1">
            <a:extLst>
              <a:ext uri="{FF2B5EF4-FFF2-40B4-BE49-F238E27FC236}">
                <a16:creationId xmlns:a16="http://schemas.microsoft.com/office/drawing/2014/main" xmlns="" id="{38921E71-5FF5-1537-8CF2-59A10054D4AD}"/>
              </a:ext>
            </a:extLst>
          </p:cNvPr>
          <p:cNvSpPr>
            <a:spLocks noGrp="1"/>
          </p:cNvSpPr>
          <p:nvPr>
            <p:ph type="sldNum" sz="quarter" idx="12"/>
          </p:nvPr>
        </p:nvSpPr>
        <p:spPr/>
        <p:txBody>
          <a:bodyPr/>
          <a:lstStyle/>
          <a:p>
            <a:pPr>
              <a:defRPr/>
            </a:pPr>
            <a:fld id="{A3E9F272-6DDF-9B42-A231-AAA2D6579128}" type="slidenum">
              <a:rPr lang="en-IN" smtClean="0"/>
              <a:pPr>
                <a:defRPr/>
              </a:pPr>
              <a:t>11</a:t>
            </a:fld>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3EA8FA57-7C57-412D-1F79-50D7D3D47E3E}"/>
              </a:ext>
            </a:extLst>
          </p:cNvPr>
          <p:cNvSpPr>
            <a:spLocks noGrp="1"/>
          </p:cNvSpPr>
          <p:nvPr>
            <p:ph type="sldNum" sz="quarter" idx="12"/>
          </p:nvPr>
        </p:nvSpPr>
        <p:spPr/>
        <p:txBody>
          <a:bodyPr/>
          <a:lstStyle/>
          <a:p>
            <a:pPr>
              <a:defRPr/>
            </a:pPr>
            <a:fld id="{AD83DC8F-818C-4143-BD72-1B8B92CEFFA4}" type="slidenum">
              <a:rPr lang="en-IN" smtClean="0"/>
              <a:pPr>
                <a:defRPr/>
              </a:pPr>
              <a:t>12</a:t>
            </a:fld>
            <a:endParaRPr lang="en-IN"/>
          </a:p>
        </p:txBody>
      </p:sp>
      <p:sp>
        <p:nvSpPr>
          <p:cNvPr id="4" name="TextBox 3">
            <a:extLst>
              <a:ext uri="{FF2B5EF4-FFF2-40B4-BE49-F238E27FC236}">
                <a16:creationId xmlns:a16="http://schemas.microsoft.com/office/drawing/2014/main" xmlns="" id="{8EAAEBA9-F1F1-33AB-4F1F-2BE247E761BF}"/>
              </a:ext>
            </a:extLst>
          </p:cNvPr>
          <p:cNvSpPr txBox="1"/>
          <p:nvPr/>
        </p:nvSpPr>
        <p:spPr>
          <a:xfrm>
            <a:off x="1284288" y="581025"/>
            <a:ext cx="10275887" cy="461665"/>
          </a:xfrm>
          <a:prstGeom prst="rect">
            <a:avLst/>
          </a:prstGeom>
          <a:noFill/>
        </p:spPr>
        <p:txBody>
          <a:bodyPr>
            <a:spAutoFit/>
          </a:bodyPr>
          <a:lstStyle/>
          <a:p>
            <a:pPr>
              <a:defRPr/>
            </a:pPr>
            <a:r>
              <a:rPr lang="en-US" sz="2400" b="1" dirty="0">
                <a:latin typeface="Times New Roman" pitchFamily="18" charset="0"/>
                <a:cs typeface="Times New Roman" pitchFamily="18" charset="0"/>
              </a:rPr>
              <a:t>Unit</a:t>
            </a:r>
            <a:r>
              <a:rPr lang="en-US" sz="2400" b="1" dirty="0"/>
              <a:t> 1:</a:t>
            </a:r>
            <a:endParaRPr lang="en-US" sz="2400" dirty="0"/>
          </a:p>
        </p:txBody>
      </p:sp>
      <p:pic>
        <p:nvPicPr>
          <p:cNvPr id="16388" name="Picture 2" descr="Galgotias University - Wikipedia">
            <a:extLst>
              <a:ext uri="{FF2B5EF4-FFF2-40B4-BE49-F238E27FC236}">
                <a16:creationId xmlns:a16="http://schemas.microsoft.com/office/drawing/2014/main" xmlns="" id="{95A86427-9FE2-221D-1F22-AD7AD332F0B0}"/>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9213" y="30163"/>
            <a:ext cx="1101725" cy="1101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Rectangle 4"/>
          <p:cNvSpPr/>
          <p:nvPr/>
        </p:nvSpPr>
        <p:spPr>
          <a:xfrm>
            <a:off x="1091682" y="1379095"/>
            <a:ext cx="10394302" cy="50590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just"/>
            <a:r>
              <a:rPr kumimoji="0" lang="en-US" sz="3600" b="0" i="0" u="none" strike="noStrike" kern="1200" cap="none" spc="0" normalizeH="0" baseline="0" noProof="0" dirty="0">
                <a:ln>
                  <a:noFill/>
                </a:ln>
                <a:solidFill>
                  <a:prstClr val="black"/>
                </a:solidFill>
                <a:effectLst/>
                <a:uLnTx/>
                <a:uFillTx/>
                <a:latin typeface="Times New Roman" pitchFamily="18" charset="0"/>
                <a:cs typeface="Times New Roman" pitchFamily="18" charset="0"/>
              </a:rPr>
              <a:t>Cyber Security Concepts, Security Attacks, Security Services, Security Mechanism, OSI Security Architecture, A Model for Network Security, Symmetric Cipher Model, Substitution Techniques, Transposition Techniques</a:t>
            </a:r>
            <a:endParaRPr lang="en-US" sz="3600" dirty="0">
              <a:latin typeface="Times New Roman" pitchFamily="18" charset="0"/>
              <a:cs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ECAC2EA2-2CC0-9A41-8FFC-BFFBA19DE60B}" type="slidenum">
              <a:rPr lang="en-IN" smtClean="0"/>
              <a:pPr>
                <a:defRPr/>
              </a:pPr>
              <a:t>13</a:t>
            </a:fld>
            <a:endParaRPr lang="en-IN"/>
          </a:p>
        </p:txBody>
      </p:sp>
      <p:pic>
        <p:nvPicPr>
          <p:cNvPr id="3" name="Picture 2" descr="Galgotias University - Wikipedia">
            <a:extLst>
              <a:ext uri="{FF2B5EF4-FFF2-40B4-BE49-F238E27FC236}">
                <a16:creationId xmlns:a16="http://schemas.microsoft.com/office/drawing/2014/main" xmlns="" id="{95A86427-9FE2-221D-1F22-AD7AD332F0B0}"/>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9213" y="30163"/>
            <a:ext cx="1101725" cy="1101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 name="Rectangle 3"/>
          <p:cNvSpPr/>
          <p:nvPr/>
        </p:nvSpPr>
        <p:spPr>
          <a:xfrm>
            <a:off x="1343609" y="699795"/>
            <a:ext cx="9097346" cy="461665"/>
          </a:xfrm>
          <a:prstGeom prst="rect">
            <a:avLst/>
          </a:prstGeom>
        </p:spPr>
        <p:txBody>
          <a:bodyPr wrap="square">
            <a:spAutoFit/>
          </a:bodyPr>
          <a:lstStyle/>
          <a:p>
            <a:pPr>
              <a:defRPr/>
            </a:pPr>
            <a:r>
              <a:rPr lang="en-US" sz="2400" b="1" dirty="0">
                <a:latin typeface="Times New Roman" pitchFamily="18" charset="0"/>
                <a:cs typeface="Times New Roman" pitchFamily="18" charset="0"/>
              </a:rPr>
              <a:t>Unit 2:</a:t>
            </a:r>
            <a:endParaRPr lang="en-US" sz="2400" dirty="0">
              <a:latin typeface="Times New Roman" pitchFamily="18" charset="0"/>
              <a:cs typeface="Times New Roman" pitchFamily="18" charset="0"/>
            </a:endParaRPr>
          </a:p>
        </p:txBody>
      </p:sp>
      <p:sp>
        <p:nvSpPr>
          <p:cNvPr id="5" name="Rectangle 4"/>
          <p:cNvSpPr/>
          <p:nvPr/>
        </p:nvSpPr>
        <p:spPr>
          <a:xfrm>
            <a:off x="940837" y="1940719"/>
            <a:ext cx="10310326" cy="3416320"/>
          </a:xfrm>
          <a:prstGeom prst="rect">
            <a:avLst/>
          </a:prstGeom>
          <a:ln w="3175">
            <a:solidFill>
              <a:schemeClr val="tx1"/>
            </a:solidFill>
          </a:ln>
        </p:spPr>
        <p:txBody>
          <a:bodyPr wrap="square">
            <a:spAutoFit/>
          </a:bodyPr>
          <a:lstStyle/>
          <a:p>
            <a:pPr algn="just"/>
            <a:r>
              <a:rPr kumimoji="0" lang="en-US" sz="3600" b="0" i="0" u="none" strike="noStrike" kern="1200" cap="none" spc="0" normalizeH="0" baseline="0" noProof="0" dirty="0">
                <a:ln>
                  <a:noFill/>
                </a:ln>
                <a:solidFill>
                  <a:prstClr val="black"/>
                </a:solidFill>
                <a:effectLst/>
                <a:uLnTx/>
                <a:uFillTx/>
                <a:latin typeface="Times New Roman" pitchFamily="18" charset="0"/>
                <a:cs typeface="Times New Roman" pitchFamily="18" charset="0"/>
              </a:rPr>
              <a:t>Introduction to Cryptography, DES, Key generation, DES Encryption, DES Decryption S-Boxes, Strength of DES, AES. Public Key Cryptography, Principles of Public Key Cryptosystems, Fermat’s and Euler’s Theorems, The RSA Algorithm, Key Management, Diffie-Hellman Key Exchange</a:t>
            </a:r>
            <a:endParaRPr lang="en-US" sz="3600" dirty="0">
              <a:latin typeface="Times New Roman" pitchFamily="18" charset="0"/>
              <a:cs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110E6911-713B-63F8-ED87-2B393ED025F7}"/>
              </a:ext>
            </a:extLst>
          </p:cNvPr>
          <p:cNvSpPr>
            <a:spLocks noGrp="1"/>
          </p:cNvSpPr>
          <p:nvPr>
            <p:ph type="sldNum" sz="quarter" idx="12"/>
          </p:nvPr>
        </p:nvSpPr>
        <p:spPr/>
        <p:txBody>
          <a:bodyPr/>
          <a:lstStyle/>
          <a:p>
            <a:pPr>
              <a:defRPr/>
            </a:pPr>
            <a:fld id="{DEC148BD-CA04-1C4C-A1DF-74DB3BD758F5}" type="slidenum">
              <a:rPr lang="en-IN" smtClean="0"/>
              <a:pPr>
                <a:defRPr/>
              </a:pPr>
              <a:t>14</a:t>
            </a:fld>
            <a:endParaRPr lang="en-IN"/>
          </a:p>
        </p:txBody>
      </p:sp>
      <p:sp>
        <p:nvSpPr>
          <p:cNvPr id="4" name="TextBox 3">
            <a:extLst>
              <a:ext uri="{FF2B5EF4-FFF2-40B4-BE49-F238E27FC236}">
                <a16:creationId xmlns:a16="http://schemas.microsoft.com/office/drawing/2014/main" xmlns="" id="{F7859347-487A-0C76-EFD7-6B4321A3AFDF}"/>
              </a:ext>
            </a:extLst>
          </p:cNvPr>
          <p:cNvSpPr txBox="1"/>
          <p:nvPr/>
        </p:nvSpPr>
        <p:spPr>
          <a:xfrm>
            <a:off x="1150938" y="581025"/>
            <a:ext cx="10656887" cy="461665"/>
          </a:xfrm>
          <a:prstGeom prst="rect">
            <a:avLst/>
          </a:prstGeom>
          <a:noFill/>
        </p:spPr>
        <p:txBody>
          <a:bodyPr>
            <a:spAutoFit/>
          </a:bodyPr>
          <a:lstStyle/>
          <a:p>
            <a:pPr>
              <a:defRPr/>
            </a:pPr>
            <a:r>
              <a:rPr lang="en-US" sz="2400" b="1" dirty="0">
                <a:latin typeface="Times New Roman" pitchFamily="18" charset="0"/>
                <a:cs typeface="Times New Roman" pitchFamily="18" charset="0"/>
              </a:rPr>
              <a:t>Unit 3:</a:t>
            </a:r>
            <a:endParaRPr lang="en-US" sz="2200" dirty="0">
              <a:latin typeface="Times New Roman" pitchFamily="18" charset="0"/>
              <a:cs typeface="Times New Roman" pitchFamily="18" charset="0"/>
            </a:endParaRPr>
          </a:p>
        </p:txBody>
      </p:sp>
      <p:pic>
        <p:nvPicPr>
          <p:cNvPr id="17412" name="Picture 2" descr="Galgotias University - Wikipedia">
            <a:extLst>
              <a:ext uri="{FF2B5EF4-FFF2-40B4-BE49-F238E27FC236}">
                <a16:creationId xmlns:a16="http://schemas.microsoft.com/office/drawing/2014/main" xmlns="" id="{4F2E4F6B-3C77-B6A5-2000-AB896F392425}"/>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9213" y="30163"/>
            <a:ext cx="1101725" cy="1101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Rectangle 4"/>
          <p:cNvSpPr/>
          <p:nvPr/>
        </p:nvSpPr>
        <p:spPr>
          <a:xfrm>
            <a:off x="849087" y="1147665"/>
            <a:ext cx="10730204" cy="528112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just"/>
            <a:r>
              <a:rPr lang="en-US" sz="3600" dirty="0">
                <a:latin typeface="Times New Roman" pitchFamily="18" charset="0"/>
                <a:cs typeface="Times New Roman" pitchFamily="18" charset="0"/>
              </a:rPr>
              <a:t>Message Authentication and Hash Functions, Authentication Requirements, Authentication Functions, Message Authentication Codes, Message Digest Algorithm, Secure Hash Algorithms, Digital Signature concepts.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365AA149-F69C-7D3A-DAA8-7545D665F1D0}"/>
              </a:ext>
            </a:extLst>
          </p:cNvPr>
          <p:cNvSpPr>
            <a:spLocks noGrp="1"/>
          </p:cNvSpPr>
          <p:nvPr>
            <p:ph type="sldNum" sz="quarter" idx="12"/>
          </p:nvPr>
        </p:nvSpPr>
        <p:spPr/>
        <p:txBody>
          <a:bodyPr/>
          <a:lstStyle/>
          <a:p>
            <a:pPr>
              <a:defRPr/>
            </a:pPr>
            <a:fld id="{6092950D-30E9-2241-BEED-AF071F89BB12}" type="slidenum">
              <a:rPr lang="en-IN" smtClean="0"/>
              <a:pPr>
                <a:defRPr/>
              </a:pPr>
              <a:t>15</a:t>
            </a:fld>
            <a:endParaRPr lang="en-IN"/>
          </a:p>
        </p:txBody>
      </p:sp>
      <p:sp>
        <p:nvSpPr>
          <p:cNvPr id="4" name="TextBox 3">
            <a:extLst>
              <a:ext uri="{FF2B5EF4-FFF2-40B4-BE49-F238E27FC236}">
                <a16:creationId xmlns:a16="http://schemas.microsoft.com/office/drawing/2014/main" xmlns="" id="{5B9A21B4-795A-D480-D957-B5513E21D2BB}"/>
              </a:ext>
            </a:extLst>
          </p:cNvPr>
          <p:cNvSpPr txBox="1"/>
          <p:nvPr/>
        </p:nvSpPr>
        <p:spPr>
          <a:xfrm>
            <a:off x="1129004" y="214605"/>
            <a:ext cx="10410534" cy="461665"/>
          </a:xfrm>
          <a:prstGeom prst="rect">
            <a:avLst/>
          </a:prstGeom>
          <a:noFill/>
        </p:spPr>
        <p:txBody>
          <a:bodyPr wrap="square">
            <a:spAutoFit/>
          </a:bodyPr>
          <a:lstStyle/>
          <a:p>
            <a:pPr marL="342900" indent="-342900">
              <a:defRPr/>
            </a:pPr>
            <a:r>
              <a:rPr lang="en-US" sz="2400" b="1" dirty="0">
                <a:latin typeface="Times New Roman" pitchFamily="18" charset="0"/>
                <a:cs typeface="Times New Roman" pitchFamily="18" charset="0"/>
              </a:rPr>
              <a:t>      Unit 4:</a:t>
            </a:r>
            <a:r>
              <a:rPr lang="en-US" dirty="0">
                <a:latin typeface="Times New Roman" pitchFamily="18" charset="0"/>
                <a:cs typeface="Times New Roman" pitchFamily="18" charset="0"/>
              </a:rPr>
              <a:t>.</a:t>
            </a:r>
          </a:p>
        </p:txBody>
      </p:sp>
      <p:pic>
        <p:nvPicPr>
          <p:cNvPr id="18436" name="Picture 2" descr="Galgotias University - Wikipedia">
            <a:extLst>
              <a:ext uri="{FF2B5EF4-FFF2-40B4-BE49-F238E27FC236}">
                <a16:creationId xmlns:a16="http://schemas.microsoft.com/office/drawing/2014/main" xmlns="" id="{4DE06FF2-3668-A6AB-423F-AD46B0824518}"/>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9213" y="30163"/>
            <a:ext cx="1101725" cy="1101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Rectangle 4"/>
          <p:cNvSpPr/>
          <p:nvPr/>
        </p:nvSpPr>
        <p:spPr>
          <a:xfrm>
            <a:off x="1129004" y="681136"/>
            <a:ext cx="10552922" cy="57569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just" eaLnBrk="1" fontAlgn="auto" hangingPunct="1">
              <a:lnSpc>
                <a:spcPct val="115000"/>
              </a:lnSpc>
              <a:spcBef>
                <a:spcPts val="0"/>
              </a:spcBef>
              <a:spcAft>
                <a:spcPts val="800"/>
              </a:spcAft>
              <a:buSzPts val="1000"/>
              <a:tabLst>
                <a:tab pos="457200" algn="l"/>
              </a:tabLst>
              <a:defRPr/>
            </a:pPr>
            <a:r>
              <a:rPr lang="en-US" sz="3600" dirty="0">
                <a:latin typeface="Times New Roman" pitchFamily="18" charset="0"/>
                <a:cs typeface="Times New Roman" pitchFamily="18" charset="0"/>
              </a:rPr>
              <a:t>Basics of digital forensics, Indian IT Act &amp; Cyber Laws, Cyber ethics, compliance &amp;  reporting, Firewall, Types of Firewall, Secure communication protocols (SSL/TLS, HTTPS)</a:t>
            </a:r>
            <a:endParaRPr lang="en-US" sz="3600" b="1" spc="-10" dirty="0">
              <a:solidFill>
                <a:srgbClr val="000000"/>
              </a:solidFill>
              <a:latin typeface="Times New Roman" pitchFamily="18" charset="0"/>
              <a:ea typeface="Calibri" panose="020F0502020204030204" pitchFamily="34" charset="0"/>
              <a:cs typeface="Times New Roman" pitchFamily="18" charset="0"/>
            </a:endParaRPr>
          </a:p>
          <a:p>
            <a:endParaRPr lang="en-US" sz="3600" dirty="0">
              <a:latin typeface="Times New Roman" pitchFamily="18" charset="0"/>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Galgotias University - Wikipedia">
            <a:extLst>
              <a:ext uri="{FF2B5EF4-FFF2-40B4-BE49-F238E27FC236}">
                <a16:creationId xmlns:a16="http://schemas.microsoft.com/office/drawing/2014/main" xmlns="" id="{BE698192-19BB-D974-BAC0-FFADD7B2298E}"/>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9213" y="30163"/>
            <a:ext cx="1101725" cy="1101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xmlns="" id="{AFB4F943-1D88-8159-ED04-CA10BD2FED33}"/>
              </a:ext>
            </a:extLst>
          </p:cNvPr>
          <p:cNvCxnSpPr>
            <a:cxnSpLocks/>
          </p:cNvCxnSpPr>
          <p:nvPr/>
        </p:nvCxnSpPr>
        <p:spPr>
          <a:xfrm>
            <a:off x="1017588" y="708025"/>
            <a:ext cx="11174412"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19460" name="TextBox 8">
            <a:extLst>
              <a:ext uri="{FF2B5EF4-FFF2-40B4-BE49-F238E27FC236}">
                <a16:creationId xmlns:a16="http://schemas.microsoft.com/office/drawing/2014/main" xmlns="" id="{5F00E0D9-53BF-1BED-3F50-4FC7B3BF2A9D}"/>
              </a:ext>
            </a:extLst>
          </p:cNvPr>
          <p:cNvSpPr txBox="1">
            <a:spLocks noChangeArrowheads="1"/>
          </p:cNvSpPr>
          <p:nvPr/>
        </p:nvSpPr>
        <p:spPr bwMode="auto">
          <a:xfrm>
            <a:off x="1017588" y="46038"/>
            <a:ext cx="11125200" cy="646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IN" altLang="en-US" sz="3600" b="1">
                <a:solidFill>
                  <a:srgbClr val="C00000"/>
                </a:solidFill>
              </a:rPr>
              <a:t>Delivery Plan</a:t>
            </a:r>
          </a:p>
        </p:txBody>
      </p:sp>
      <p:sp>
        <p:nvSpPr>
          <p:cNvPr id="4" name="TextBox 3">
            <a:extLst>
              <a:ext uri="{FF2B5EF4-FFF2-40B4-BE49-F238E27FC236}">
                <a16:creationId xmlns:a16="http://schemas.microsoft.com/office/drawing/2014/main" xmlns="" id="{7B137892-966B-4E3B-AD46-95FD0F073706}"/>
              </a:ext>
            </a:extLst>
          </p:cNvPr>
          <p:cNvSpPr txBox="1"/>
          <p:nvPr/>
        </p:nvSpPr>
        <p:spPr>
          <a:xfrm>
            <a:off x="600075" y="955675"/>
            <a:ext cx="11174413" cy="6065763"/>
          </a:xfrm>
          <a:prstGeom prst="rect">
            <a:avLst/>
          </a:prstGeom>
          <a:noFill/>
        </p:spPr>
        <p:txBody>
          <a:bodyPr>
            <a:spAutoFit/>
          </a:bodyPr>
          <a:lstStyle/>
          <a:p>
            <a:pPr algn="just" eaLnBrk="1" fontAlgn="auto" hangingPunct="1">
              <a:lnSpc>
                <a:spcPct val="115000"/>
              </a:lnSpc>
              <a:spcBef>
                <a:spcPts val="0"/>
              </a:spcBef>
              <a:spcAft>
                <a:spcPts val="800"/>
              </a:spcAft>
              <a:buSzPts val="1000"/>
              <a:tabLst>
                <a:tab pos="457200" algn="l"/>
              </a:tabLst>
              <a:defRPr/>
            </a:pPr>
            <a:r>
              <a:rPr lang="en-IN" sz="1600" b="1" kern="100" dirty="0">
                <a:latin typeface="Times New Roman" pitchFamily="18" charset="0"/>
                <a:ea typeface="Aptos" panose="020B0004020202020204" pitchFamily="34" charset="0"/>
                <a:cs typeface="Times New Roman" pitchFamily="18" charset="0"/>
              </a:rPr>
              <a:t>Teaching Methods: </a:t>
            </a:r>
            <a:r>
              <a:rPr lang="en-US" sz="1600" dirty="0">
                <a:latin typeface="Times New Roman" pitchFamily="18" charset="0"/>
                <a:cs typeface="Times New Roman" pitchFamily="18" charset="0"/>
              </a:rPr>
              <a:t>Teacher explains concepts with examples using ICT Tools; Activity based Learning: </a:t>
            </a:r>
            <a:r>
              <a:rPr lang="en-US" sz="1600" b="1" kern="100" dirty="0">
                <a:latin typeface="Times New Roman" pitchFamily="18" charset="0"/>
                <a:ea typeface="Aptos" panose="020B0004020202020204" pitchFamily="34" charset="0"/>
                <a:cs typeface="Times New Roman" pitchFamily="18" charset="0"/>
              </a:rPr>
              <a:t>Think-Pair-Share ,Jigsaw, Case Study based learning using  </a:t>
            </a:r>
            <a:r>
              <a:rPr lang="en-US" sz="1600" b="1" kern="100" dirty="0" err="1">
                <a:latin typeface="Times New Roman" pitchFamily="18" charset="0"/>
                <a:ea typeface="Aptos" panose="020B0004020202020204" pitchFamily="34" charset="0"/>
                <a:cs typeface="Times New Roman" pitchFamily="18" charset="0"/>
              </a:rPr>
              <a:t>Wooclap</a:t>
            </a:r>
            <a:r>
              <a:rPr lang="en-US" sz="1600" b="1" kern="100" dirty="0">
                <a:latin typeface="Times New Roman" pitchFamily="18" charset="0"/>
                <a:ea typeface="Aptos" panose="020B0004020202020204" pitchFamily="34" charset="0"/>
                <a:cs typeface="Times New Roman" pitchFamily="18" charset="0"/>
              </a:rPr>
              <a:t>, </a:t>
            </a:r>
            <a:r>
              <a:rPr lang="en-US" sz="1600" b="1" kern="100" dirty="0" err="1">
                <a:latin typeface="Times New Roman" pitchFamily="18" charset="0"/>
                <a:ea typeface="Aptos" panose="020B0004020202020204" pitchFamily="34" charset="0"/>
                <a:cs typeface="Times New Roman" pitchFamily="18" charset="0"/>
              </a:rPr>
              <a:t>Wooflash</a:t>
            </a:r>
            <a:r>
              <a:rPr lang="en-US" sz="1600" b="1" kern="100" dirty="0">
                <a:latin typeface="Times New Roman" pitchFamily="18" charset="0"/>
                <a:ea typeface="Aptos" panose="020B0004020202020204" pitchFamily="34" charset="0"/>
                <a:cs typeface="Times New Roman" pitchFamily="18" charset="0"/>
              </a:rPr>
              <a:t>, and Padlet.</a:t>
            </a:r>
            <a:endParaRPr lang="en-IN" sz="1600" b="1" kern="100" dirty="0">
              <a:latin typeface="Times New Roman" pitchFamily="18" charset="0"/>
              <a:ea typeface="Aptos" panose="020B0004020202020204" pitchFamily="34" charset="0"/>
              <a:cs typeface="Times New Roman" pitchFamily="18" charset="0"/>
            </a:endParaRPr>
          </a:p>
          <a:p>
            <a:pPr algn="just" eaLnBrk="1" fontAlgn="auto" hangingPunct="1">
              <a:lnSpc>
                <a:spcPct val="115000"/>
              </a:lnSpc>
              <a:spcBef>
                <a:spcPts val="0"/>
              </a:spcBef>
              <a:spcAft>
                <a:spcPts val="800"/>
              </a:spcAft>
              <a:buSzPts val="1000"/>
              <a:tabLst>
                <a:tab pos="457200" algn="l"/>
              </a:tabLst>
              <a:defRPr/>
            </a:pPr>
            <a:r>
              <a:rPr lang="en-IN" sz="1600" kern="100" dirty="0">
                <a:latin typeface="Times New Roman" pitchFamily="18" charset="0"/>
                <a:ea typeface="Aptos" panose="020B0004020202020204" pitchFamily="34" charset="0"/>
                <a:cs typeface="Times New Roman" pitchFamily="18" charset="0"/>
              </a:rPr>
              <a:t> </a:t>
            </a:r>
            <a:r>
              <a:rPr lang="en-US" sz="1600" b="1" kern="100" dirty="0">
                <a:latin typeface="Times New Roman" pitchFamily="18" charset="0"/>
                <a:ea typeface="Aptos" panose="020B0004020202020204" pitchFamily="34" charset="0"/>
                <a:cs typeface="Times New Roman" pitchFamily="18" charset="0"/>
              </a:rPr>
              <a:t>Lectures: 40</a:t>
            </a:r>
          </a:p>
          <a:p>
            <a:pPr algn="just" eaLnBrk="1" fontAlgn="auto" hangingPunct="1">
              <a:lnSpc>
                <a:spcPct val="115000"/>
              </a:lnSpc>
              <a:spcBef>
                <a:spcPts val="0"/>
              </a:spcBef>
              <a:spcAft>
                <a:spcPts val="800"/>
              </a:spcAft>
              <a:buSzPts val="1000"/>
              <a:tabLst>
                <a:tab pos="457200" algn="l"/>
              </a:tabLst>
              <a:defRPr/>
            </a:pPr>
            <a:r>
              <a:rPr lang="en-US" sz="1600" b="1" kern="100" dirty="0">
                <a:latin typeface="Times New Roman" pitchFamily="18" charset="0"/>
                <a:ea typeface="Aptos" panose="020B0004020202020204" pitchFamily="34" charset="0"/>
                <a:cs typeface="Times New Roman" pitchFamily="18" charset="0"/>
              </a:rPr>
              <a:t>2. Lab Sessions: NA</a:t>
            </a:r>
          </a:p>
          <a:p>
            <a:r>
              <a:rPr lang="en-US" sz="1600" b="1" kern="100" dirty="0">
                <a:latin typeface="Times New Roman" pitchFamily="18" charset="0"/>
                <a:ea typeface="Aptos" panose="020B0004020202020204" pitchFamily="34" charset="0"/>
                <a:cs typeface="Times New Roman" pitchFamily="18" charset="0"/>
              </a:rPr>
              <a:t>3. Group Work: </a:t>
            </a:r>
            <a:r>
              <a:rPr lang="en-US" sz="1600" b="1" dirty="0">
                <a:latin typeface="Times New Roman" pitchFamily="18" charset="0"/>
                <a:cs typeface="Times New Roman" pitchFamily="18" charset="0"/>
              </a:rPr>
              <a:t>Collaborative Learning</a:t>
            </a:r>
            <a:r>
              <a:rPr lang="en-US" sz="1600" dirty="0">
                <a:latin typeface="Times New Roman" pitchFamily="18" charset="0"/>
                <a:cs typeface="Times New Roman" pitchFamily="18" charset="0"/>
              </a:rPr>
              <a:t/>
            </a:r>
            <a:br>
              <a:rPr lang="en-US" sz="1600" dirty="0">
                <a:latin typeface="Times New Roman" pitchFamily="18" charset="0"/>
                <a:cs typeface="Times New Roman" pitchFamily="18" charset="0"/>
              </a:rPr>
            </a:br>
            <a:r>
              <a:rPr lang="en-US" sz="1600" dirty="0">
                <a:latin typeface="Times New Roman" pitchFamily="18" charset="0"/>
                <a:cs typeface="Times New Roman" pitchFamily="18" charset="0"/>
              </a:rPr>
              <a:t>Students work in teams to share ideas, divide tasks, and learn from each other. This improves understanding of complex topics like cyber attacks, encryption, and forensics.</a:t>
            </a:r>
          </a:p>
          <a:p>
            <a:pPr algn="just" eaLnBrk="1" fontAlgn="auto" hangingPunct="1">
              <a:lnSpc>
                <a:spcPct val="115000"/>
              </a:lnSpc>
              <a:spcBef>
                <a:spcPts val="0"/>
              </a:spcBef>
              <a:spcAft>
                <a:spcPts val="800"/>
              </a:spcAft>
              <a:buSzPts val="1000"/>
              <a:tabLst>
                <a:tab pos="457200" algn="l"/>
              </a:tabLst>
              <a:defRPr/>
            </a:pPr>
            <a:r>
              <a:rPr lang="en-IN" b="1" kern="100" dirty="0">
                <a:latin typeface="Times New Roman" pitchFamily="18" charset="0"/>
                <a:ea typeface="Aptos" panose="020B0004020202020204" pitchFamily="34" charset="0"/>
                <a:cs typeface="Times New Roman" pitchFamily="18" charset="0"/>
              </a:rPr>
              <a:t>4. Active Learning Methods:</a:t>
            </a:r>
          </a:p>
          <a:p>
            <a:pPr marL="342900" indent="-342900" algn="just" eaLnBrk="1" fontAlgn="auto" hangingPunct="1">
              <a:lnSpc>
                <a:spcPct val="115000"/>
              </a:lnSpc>
              <a:spcBef>
                <a:spcPts val="0"/>
              </a:spcBef>
              <a:spcAft>
                <a:spcPts val="800"/>
              </a:spcAft>
              <a:buSzPts val="1000"/>
              <a:buFont typeface="Symbol" panose="05050102010706020507" pitchFamily="18" charset="2"/>
              <a:buChar char=""/>
              <a:tabLst>
                <a:tab pos="457200" algn="l"/>
              </a:tabLst>
              <a:defRPr/>
            </a:pPr>
            <a:r>
              <a:rPr lang="en-US" sz="1600" b="1" kern="100" dirty="0">
                <a:latin typeface="Times New Roman" pitchFamily="18" charset="0"/>
                <a:ea typeface="Aptos" panose="020B0004020202020204" pitchFamily="34" charset="0"/>
                <a:cs typeface="Times New Roman" pitchFamily="18" charset="0"/>
              </a:rPr>
              <a:t>Think-Pair-Share: </a:t>
            </a:r>
            <a:r>
              <a:rPr lang="en-US" sz="1600" kern="100" dirty="0">
                <a:latin typeface="Times New Roman" pitchFamily="18" charset="0"/>
                <a:ea typeface="Aptos" panose="020B0004020202020204" pitchFamily="34" charset="0"/>
                <a:cs typeface="Times New Roman" pitchFamily="18" charset="0"/>
              </a:rPr>
              <a:t>Used during lectures to encourage students to think about specific problems, discuss with a peer, and then share with the class.</a:t>
            </a:r>
          </a:p>
          <a:p>
            <a:pPr marL="342900" indent="-342900" algn="just" eaLnBrk="1" fontAlgn="auto" hangingPunct="1">
              <a:lnSpc>
                <a:spcPct val="115000"/>
              </a:lnSpc>
              <a:spcBef>
                <a:spcPts val="0"/>
              </a:spcBef>
              <a:spcAft>
                <a:spcPts val="800"/>
              </a:spcAft>
              <a:buSzPts val="1000"/>
              <a:buFont typeface="Symbol" panose="05050102010706020507" pitchFamily="18" charset="2"/>
              <a:buChar char=""/>
              <a:tabLst>
                <a:tab pos="457200" algn="l"/>
              </a:tabLst>
              <a:defRPr/>
            </a:pPr>
            <a:r>
              <a:rPr lang="en-US" sz="1600" b="1" kern="100" dirty="0">
                <a:latin typeface="Times New Roman" pitchFamily="18" charset="0"/>
                <a:ea typeface="Aptos" panose="020B0004020202020204" pitchFamily="34" charset="0"/>
                <a:cs typeface="Times New Roman" pitchFamily="18" charset="0"/>
              </a:rPr>
              <a:t>Peer Learning: </a:t>
            </a:r>
            <a:r>
              <a:rPr lang="en-US" sz="1600" kern="100" dirty="0">
                <a:latin typeface="Times New Roman" pitchFamily="18" charset="0"/>
                <a:ea typeface="Aptos" panose="020B0004020202020204" pitchFamily="34" charset="0"/>
                <a:cs typeface="Times New Roman" pitchFamily="18" charset="0"/>
              </a:rPr>
              <a:t>Pair programming during lab sessions to help students collaborate on coding tasks and learn from each other’s approaches.</a:t>
            </a:r>
          </a:p>
          <a:p>
            <a:pPr marL="342900" indent="-342900" algn="just" eaLnBrk="1" fontAlgn="auto" hangingPunct="1">
              <a:lnSpc>
                <a:spcPct val="115000"/>
              </a:lnSpc>
              <a:spcBef>
                <a:spcPts val="0"/>
              </a:spcBef>
              <a:spcAft>
                <a:spcPts val="800"/>
              </a:spcAft>
              <a:buSzPts val="1000"/>
              <a:buFont typeface="Symbol" panose="05050102010706020507" pitchFamily="18" charset="2"/>
              <a:buChar char=""/>
              <a:tabLst>
                <a:tab pos="457200" algn="l"/>
              </a:tabLst>
              <a:defRPr/>
            </a:pPr>
            <a:r>
              <a:rPr lang="en-US" sz="1600" b="1" kern="100" dirty="0">
                <a:latin typeface="Times New Roman" pitchFamily="18" charset="0"/>
                <a:ea typeface="Aptos" panose="020B0004020202020204" pitchFamily="34" charset="0"/>
                <a:cs typeface="Times New Roman" pitchFamily="18" charset="0"/>
              </a:rPr>
              <a:t>Real World Examples</a:t>
            </a:r>
            <a:r>
              <a:rPr lang="en-US" sz="1600" kern="100" dirty="0">
                <a:latin typeface="Times New Roman" pitchFamily="18" charset="0"/>
                <a:ea typeface="Aptos" panose="020B0004020202020204" pitchFamily="34" charset="0"/>
                <a:cs typeface="Times New Roman" pitchFamily="18" charset="0"/>
              </a:rPr>
              <a:t>.</a:t>
            </a:r>
          </a:p>
          <a:p>
            <a:pPr marL="342900" indent="-342900" algn="just" eaLnBrk="1" fontAlgn="auto" hangingPunct="1">
              <a:lnSpc>
                <a:spcPct val="115000"/>
              </a:lnSpc>
              <a:spcBef>
                <a:spcPts val="0"/>
              </a:spcBef>
              <a:spcAft>
                <a:spcPts val="800"/>
              </a:spcAft>
              <a:buSzPts val="1000"/>
              <a:buFont typeface="Symbol" panose="05050102010706020507" pitchFamily="18" charset="2"/>
              <a:buChar char=""/>
              <a:tabLst>
                <a:tab pos="457200" algn="l"/>
              </a:tabLst>
              <a:defRPr/>
            </a:pPr>
            <a:r>
              <a:rPr lang="en-US" sz="1600" b="1" kern="100" dirty="0">
                <a:latin typeface="Times New Roman" pitchFamily="18" charset="0"/>
                <a:ea typeface="Aptos" panose="020B0004020202020204" pitchFamily="34" charset="0"/>
                <a:cs typeface="Times New Roman" pitchFamily="18" charset="0"/>
              </a:rPr>
              <a:t>Case Study Discussions: </a:t>
            </a:r>
            <a:r>
              <a:rPr lang="en-US" sz="1600" kern="100" dirty="0">
                <a:latin typeface="Times New Roman" pitchFamily="18" charset="0"/>
                <a:ea typeface="Aptos" panose="020B0004020202020204" pitchFamily="34" charset="0"/>
                <a:cs typeface="Times New Roman" pitchFamily="18" charset="0"/>
              </a:rPr>
              <a:t>Students will analyze real-world problems and propose solutions in groups.</a:t>
            </a:r>
          </a:p>
          <a:p>
            <a:pPr marL="342900" indent="-342900" algn="just" eaLnBrk="1" fontAlgn="auto" hangingPunct="1">
              <a:lnSpc>
                <a:spcPct val="115000"/>
              </a:lnSpc>
              <a:spcBef>
                <a:spcPts val="0"/>
              </a:spcBef>
              <a:spcAft>
                <a:spcPts val="800"/>
              </a:spcAft>
              <a:buSzPts val="1000"/>
              <a:buFont typeface="Symbol" panose="05050102010706020507" pitchFamily="18" charset="2"/>
              <a:buChar char=""/>
              <a:tabLst>
                <a:tab pos="457200" algn="l"/>
              </a:tabLst>
              <a:defRPr/>
            </a:pPr>
            <a:r>
              <a:rPr lang="en-US" sz="1600" b="1" kern="100" dirty="0">
                <a:latin typeface="Times New Roman" pitchFamily="18" charset="0"/>
                <a:ea typeface="Aptos" panose="020B0004020202020204" pitchFamily="34" charset="0"/>
                <a:cs typeface="Times New Roman" pitchFamily="18" charset="0"/>
              </a:rPr>
              <a:t>Jigsaw Method</a:t>
            </a:r>
          </a:p>
          <a:p>
            <a:pPr marL="342900" indent="-342900" algn="just" eaLnBrk="1" fontAlgn="auto" hangingPunct="1">
              <a:lnSpc>
                <a:spcPct val="115000"/>
              </a:lnSpc>
              <a:spcBef>
                <a:spcPts val="0"/>
              </a:spcBef>
              <a:spcAft>
                <a:spcPts val="800"/>
              </a:spcAft>
              <a:buSzPts val="1000"/>
              <a:buFont typeface="Symbol" panose="05050102010706020507" pitchFamily="18" charset="2"/>
              <a:buChar char=""/>
              <a:tabLst>
                <a:tab pos="457200" algn="l"/>
              </a:tabLst>
              <a:defRPr/>
            </a:pPr>
            <a:r>
              <a:rPr lang="en-US" sz="1600" b="1" kern="100" dirty="0">
                <a:latin typeface="Times New Roman" pitchFamily="18" charset="0"/>
                <a:ea typeface="Aptos" panose="020B0004020202020204" pitchFamily="34" charset="0"/>
                <a:cs typeface="Times New Roman" pitchFamily="18" charset="0"/>
              </a:rPr>
              <a:t>Interactive Tools (Padlet, </a:t>
            </a:r>
            <a:r>
              <a:rPr lang="en-US" sz="1600" b="1" kern="100" dirty="0" err="1">
                <a:latin typeface="Times New Roman" pitchFamily="18" charset="0"/>
                <a:ea typeface="Aptos" panose="020B0004020202020204" pitchFamily="34" charset="0"/>
                <a:cs typeface="Times New Roman" pitchFamily="18" charset="0"/>
              </a:rPr>
              <a:t>Wooclap</a:t>
            </a:r>
            <a:r>
              <a:rPr lang="en-US" sz="1600" b="1" kern="100" dirty="0">
                <a:latin typeface="Times New Roman" pitchFamily="18" charset="0"/>
                <a:ea typeface="Aptos" panose="020B0004020202020204" pitchFamily="34" charset="0"/>
                <a:cs typeface="Times New Roman" pitchFamily="18" charset="0"/>
              </a:rPr>
              <a:t>)</a:t>
            </a:r>
            <a:endParaRPr lang="en-US" sz="1600" dirty="0">
              <a:latin typeface="Times New Roman" pitchFamily="18" charset="0"/>
              <a:cs typeface="Times New Roman" pitchFamily="18" charset="0"/>
            </a:endParaRPr>
          </a:p>
          <a:p>
            <a:endParaRPr lang="en-US" sz="1600" dirty="0">
              <a:latin typeface="Times New Roman" pitchFamily="18" charset="0"/>
              <a:cs typeface="Times New Roman" pitchFamily="18" charset="0"/>
            </a:endParaRPr>
          </a:p>
          <a:p>
            <a:endParaRPr lang="en-US" sz="1600" dirty="0">
              <a:latin typeface="Times New Roman" pitchFamily="18" charset="0"/>
              <a:cs typeface="Times New Roman" pitchFamily="18" charset="0"/>
            </a:endParaRPr>
          </a:p>
        </p:txBody>
      </p:sp>
      <p:sp>
        <p:nvSpPr>
          <p:cNvPr id="2" name="Slide Number Placeholder 1">
            <a:extLst>
              <a:ext uri="{FF2B5EF4-FFF2-40B4-BE49-F238E27FC236}">
                <a16:creationId xmlns:a16="http://schemas.microsoft.com/office/drawing/2014/main" xmlns="" id="{EF0B3FBE-4B34-49B0-DCE4-7709CA06E35F}"/>
              </a:ext>
            </a:extLst>
          </p:cNvPr>
          <p:cNvSpPr>
            <a:spLocks noGrp="1"/>
          </p:cNvSpPr>
          <p:nvPr>
            <p:ph type="sldNum" sz="quarter" idx="12"/>
          </p:nvPr>
        </p:nvSpPr>
        <p:spPr/>
        <p:txBody>
          <a:bodyPr/>
          <a:lstStyle/>
          <a:p>
            <a:pPr>
              <a:defRPr/>
            </a:pPr>
            <a:fld id="{55D2F3E6-D1A3-3149-9656-9D3D72B8EAB7}" type="slidenum">
              <a:rPr lang="en-IN" smtClean="0"/>
              <a:pPr>
                <a:defRPr/>
              </a:pPr>
              <a:t>16</a:t>
            </a:fld>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Galgotias University - Wikipedia">
            <a:extLst>
              <a:ext uri="{FF2B5EF4-FFF2-40B4-BE49-F238E27FC236}">
                <a16:creationId xmlns:a16="http://schemas.microsoft.com/office/drawing/2014/main" xmlns="" id="{E719CA14-21B5-3EA1-5B1E-983984FC71BE}"/>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9213" y="30163"/>
            <a:ext cx="1101725" cy="1101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xmlns="" id="{43B763BF-D9FF-7BAC-2745-2D8BFDF21A72}"/>
              </a:ext>
            </a:extLst>
          </p:cNvPr>
          <p:cNvCxnSpPr>
            <a:cxnSpLocks/>
          </p:cNvCxnSpPr>
          <p:nvPr/>
        </p:nvCxnSpPr>
        <p:spPr>
          <a:xfrm>
            <a:off x="1017588" y="708025"/>
            <a:ext cx="11174412"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23556" name="TextBox 8">
            <a:extLst>
              <a:ext uri="{FF2B5EF4-FFF2-40B4-BE49-F238E27FC236}">
                <a16:creationId xmlns:a16="http://schemas.microsoft.com/office/drawing/2014/main" xmlns="" id="{DBBB24D6-43B6-E469-9854-DE616E63930C}"/>
              </a:ext>
            </a:extLst>
          </p:cNvPr>
          <p:cNvSpPr txBox="1">
            <a:spLocks noChangeArrowheads="1"/>
          </p:cNvSpPr>
          <p:nvPr/>
        </p:nvSpPr>
        <p:spPr bwMode="auto">
          <a:xfrm>
            <a:off x="1017588" y="46038"/>
            <a:ext cx="11125200" cy="646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IN" altLang="en-US" sz="3600" b="1">
                <a:solidFill>
                  <a:srgbClr val="C00000"/>
                </a:solidFill>
              </a:rPr>
              <a:t>Assessment Plan</a:t>
            </a:r>
          </a:p>
        </p:txBody>
      </p:sp>
      <p:sp>
        <p:nvSpPr>
          <p:cNvPr id="2" name="Slide Number Placeholder 1">
            <a:extLst>
              <a:ext uri="{FF2B5EF4-FFF2-40B4-BE49-F238E27FC236}">
                <a16:creationId xmlns:a16="http://schemas.microsoft.com/office/drawing/2014/main" xmlns="" id="{C170A1E9-42A2-6089-5737-163D1018F922}"/>
              </a:ext>
            </a:extLst>
          </p:cNvPr>
          <p:cNvSpPr>
            <a:spLocks noGrp="1"/>
          </p:cNvSpPr>
          <p:nvPr>
            <p:ph type="sldNum" sz="quarter" idx="12"/>
          </p:nvPr>
        </p:nvSpPr>
        <p:spPr/>
        <p:txBody>
          <a:bodyPr/>
          <a:lstStyle/>
          <a:p>
            <a:pPr>
              <a:defRPr/>
            </a:pPr>
            <a:fld id="{71900534-0C05-A841-89AC-2279573BFD96}" type="slidenum">
              <a:rPr lang="en-IN" smtClean="0"/>
              <a:pPr>
                <a:defRPr/>
              </a:pPr>
              <a:t>17</a:t>
            </a:fld>
            <a:endParaRPr lang="en-IN"/>
          </a:p>
        </p:txBody>
      </p:sp>
      <p:graphicFrame>
        <p:nvGraphicFramePr>
          <p:cNvPr id="8" name="Table 7">
            <a:extLst>
              <a:ext uri="{FF2B5EF4-FFF2-40B4-BE49-F238E27FC236}">
                <a16:creationId xmlns:a16="http://schemas.microsoft.com/office/drawing/2014/main" xmlns="" id="{6BCBA88B-BA8C-19F6-EED0-45E1E43275F3}"/>
              </a:ext>
            </a:extLst>
          </p:cNvPr>
          <p:cNvGraphicFramePr>
            <a:graphicFrameLocks noGrp="1"/>
          </p:cNvGraphicFramePr>
          <p:nvPr>
            <p:extLst>
              <p:ext uri="{D42A27DB-BD31-4B8C-83A1-F6EECF244321}">
                <p14:modId xmlns:p14="http://schemas.microsoft.com/office/powerpoint/2010/main" xmlns="" val="65890662"/>
              </p:ext>
            </p:extLst>
          </p:nvPr>
        </p:nvGraphicFramePr>
        <p:xfrm>
          <a:off x="1316349" y="2843251"/>
          <a:ext cx="9937818" cy="1377871"/>
        </p:xfrm>
        <a:graphic>
          <a:graphicData uri="http://schemas.openxmlformats.org/drawingml/2006/table">
            <a:tbl>
              <a:tblPr firstRow="1" firstCol="1" lastRow="1" lastCol="1" bandRow="1" bandCol="1"/>
              <a:tblGrid>
                <a:gridCol w="2410884">
                  <a:extLst>
                    <a:ext uri="{9D8B030D-6E8A-4147-A177-3AD203B41FA5}">
                      <a16:colId xmlns:a16="http://schemas.microsoft.com/office/drawing/2014/main" xmlns="" val="1331040231"/>
                    </a:ext>
                  </a:extLst>
                </a:gridCol>
                <a:gridCol w="938737">
                  <a:extLst>
                    <a:ext uri="{9D8B030D-6E8A-4147-A177-3AD203B41FA5}">
                      <a16:colId xmlns:a16="http://schemas.microsoft.com/office/drawing/2014/main" xmlns="" val="3001268057"/>
                    </a:ext>
                  </a:extLst>
                </a:gridCol>
                <a:gridCol w="938737">
                  <a:extLst>
                    <a:ext uri="{9D8B030D-6E8A-4147-A177-3AD203B41FA5}">
                      <a16:colId xmlns:a16="http://schemas.microsoft.com/office/drawing/2014/main" xmlns="" val="3238992862"/>
                    </a:ext>
                  </a:extLst>
                </a:gridCol>
                <a:gridCol w="936845">
                  <a:extLst>
                    <a:ext uri="{9D8B030D-6E8A-4147-A177-3AD203B41FA5}">
                      <a16:colId xmlns:a16="http://schemas.microsoft.com/office/drawing/2014/main" xmlns="" val="1988834408"/>
                    </a:ext>
                  </a:extLst>
                </a:gridCol>
                <a:gridCol w="769349">
                  <a:extLst>
                    <a:ext uri="{9D8B030D-6E8A-4147-A177-3AD203B41FA5}">
                      <a16:colId xmlns:a16="http://schemas.microsoft.com/office/drawing/2014/main" xmlns="" val="2216092853"/>
                    </a:ext>
                  </a:extLst>
                </a:gridCol>
                <a:gridCol w="682288">
                  <a:extLst>
                    <a:ext uri="{9D8B030D-6E8A-4147-A177-3AD203B41FA5}">
                      <a16:colId xmlns:a16="http://schemas.microsoft.com/office/drawing/2014/main" xmlns="" val="327222649"/>
                    </a:ext>
                  </a:extLst>
                </a:gridCol>
                <a:gridCol w="3260978">
                  <a:extLst>
                    <a:ext uri="{9D8B030D-6E8A-4147-A177-3AD203B41FA5}">
                      <a16:colId xmlns:a16="http://schemas.microsoft.com/office/drawing/2014/main" xmlns="" val="4106854304"/>
                    </a:ext>
                  </a:extLst>
                </a:gridCol>
              </a:tblGrid>
              <a:tr h="445451">
                <a:tc rowSpan="2">
                  <a:txBody>
                    <a:bodyPr/>
                    <a:lstStyle/>
                    <a:p>
                      <a:pPr algn="ctr">
                        <a:spcBef>
                          <a:spcPts val="925"/>
                        </a:spcBef>
                        <a:buNone/>
                      </a:pPr>
                      <a:r>
                        <a:rPr lang="en-US" sz="1800" b="1" dirty="0">
                          <a:effectLst/>
                          <a:latin typeface="Times New Roman" pitchFamily="18" charset="0"/>
                          <a:ea typeface="Calibri" panose="020F0502020204030204" pitchFamily="34" charset="0"/>
                          <a:cs typeface="Times New Roman" pitchFamily="18" charset="0"/>
                        </a:rPr>
                        <a:t> </a:t>
                      </a:r>
                      <a:r>
                        <a:rPr lang="en-US" sz="1800" b="1" dirty="0" smtClean="0">
                          <a:effectLst/>
                          <a:latin typeface="Times New Roman" pitchFamily="18" charset="0"/>
                          <a:ea typeface="Calibri" panose="020F0502020204030204" pitchFamily="34" charset="0"/>
                          <a:cs typeface="Times New Roman" pitchFamily="18" charset="0"/>
                        </a:rPr>
                        <a:t>Type</a:t>
                      </a:r>
                      <a:r>
                        <a:rPr lang="en-US" sz="1800" b="1" spc="-25" dirty="0" smtClean="0">
                          <a:effectLst/>
                          <a:latin typeface="Times New Roman" pitchFamily="18" charset="0"/>
                          <a:ea typeface="Calibri" panose="020F0502020204030204" pitchFamily="34" charset="0"/>
                          <a:cs typeface="Times New Roman" pitchFamily="18" charset="0"/>
                        </a:rPr>
                        <a:t> </a:t>
                      </a:r>
                      <a:r>
                        <a:rPr lang="en-US" sz="1800" b="1" dirty="0">
                          <a:effectLst/>
                          <a:latin typeface="Times New Roman" pitchFamily="18" charset="0"/>
                          <a:ea typeface="Calibri" panose="020F0502020204030204" pitchFamily="34" charset="0"/>
                          <a:cs typeface="Times New Roman" pitchFamily="18" charset="0"/>
                        </a:rPr>
                        <a:t>of</a:t>
                      </a:r>
                      <a:r>
                        <a:rPr lang="en-US" sz="1800" b="1" spc="-25" dirty="0">
                          <a:effectLst/>
                          <a:latin typeface="Times New Roman" pitchFamily="18" charset="0"/>
                          <a:ea typeface="Calibri" panose="020F0502020204030204" pitchFamily="34" charset="0"/>
                          <a:cs typeface="Times New Roman" pitchFamily="18" charset="0"/>
                        </a:rPr>
                        <a:t> </a:t>
                      </a:r>
                      <a:r>
                        <a:rPr lang="en-US" sz="1800" b="1" dirty="0">
                          <a:effectLst/>
                          <a:latin typeface="Times New Roman" pitchFamily="18" charset="0"/>
                          <a:ea typeface="Calibri" panose="020F0502020204030204" pitchFamily="34" charset="0"/>
                          <a:cs typeface="Times New Roman" pitchFamily="18" charset="0"/>
                        </a:rPr>
                        <a:t>Course</a:t>
                      </a:r>
                      <a:r>
                        <a:rPr lang="en-US" sz="1800" b="1" spc="-15" dirty="0">
                          <a:effectLst/>
                          <a:latin typeface="Times New Roman" pitchFamily="18" charset="0"/>
                          <a:ea typeface="Calibri" panose="020F0502020204030204" pitchFamily="34" charset="0"/>
                          <a:cs typeface="Times New Roman" pitchFamily="18" charset="0"/>
                        </a:rPr>
                        <a:t> </a:t>
                      </a:r>
                      <a:r>
                        <a:rPr lang="en-US" sz="1800" b="1" spc="-25" dirty="0">
                          <a:effectLst/>
                          <a:latin typeface="Times New Roman" pitchFamily="18" charset="0"/>
                          <a:ea typeface="Calibri" panose="020F0502020204030204" pitchFamily="34" charset="0"/>
                          <a:cs typeface="Times New Roman" pitchFamily="18" charset="0"/>
                        </a:rPr>
                        <a:t>(T)</a:t>
                      </a:r>
                      <a:endParaRPr lang="en-IN" sz="1800" dirty="0">
                        <a:effectLst/>
                        <a:latin typeface="Times New Roman" pitchFamily="18" charset="0"/>
                        <a:ea typeface="Calibri" panose="020F0502020204030204" pitchFamily="34" charset="0"/>
                        <a:cs typeface="Times New Roman"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3">
                  <a:txBody>
                    <a:bodyPr/>
                    <a:lstStyle/>
                    <a:p>
                      <a:pPr marL="5080" algn="ctr">
                        <a:spcBef>
                          <a:spcPts val="475"/>
                        </a:spcBef>
                        <a:buNone/>
                      </a:pPr>
                      <a:r>
                        <a:rPr lang="en-US" sz="1800" b="1" spc="-25">
                          <a:effectLst/>
                          <a:latin typeface="Times New Roman" pitchFamily="18" charset="0"/>
                          <a:ea typeface="Calibri" panose="020F0502020204030204" pitchFamily="34" charset="0"/>
                          <a:cs typeface="Times New Roman" pitchFamily="18" charset="0"/>
                        </a:rPr>
                        <a:t>CIE</a:t>
                      </a:r>
                      <a:endParaRPr lang="en-IN" sz="1800">
                        <a:effectLst/>
                        <a:latin typeface="Times New Roman" pitchFamily="18" charset="0"/>
                        <a:ea typeface="Calibri" panose="020F0502020204030204" pitchFamily="34" charset="0"/>
                        <a:cs typeface="Times New Roman"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gridSpan="2">
                  <a:txBody>
                    <a:bodyPr/>
                    <a:lstStyle/>
                    <a:p>
                      <a:pPr marL="170180">
                        <a:spcBef>
                          <a:spcPts val="475"/>
                        </a:spcBef>
                        <a:buNone/>
                      </a:pPr>
                      <a:r>
                        <a:rPr lang="en-US" sz="1800" b="1">
                          <a:effectLst/>
                          <a:latin typeface="Times New Roman" pitchFamily="18" charset="0"/>
                          <a:ea typeface="Calibri" panose="020F0502020204030204" pitchFamily="34" charset="0"/>
                          <a:cs typeface="Times New Roman" pitchFamily="18" charset="0"/>
                        </a:rPr>
                        <a:t>Total</a:t>
                      </a:r>
                      <a:r>
                        <a:rPr lang="en-US" sz="1800" b="1" spc="-30">
                          <a:effectLst/>
                          <a:latin typeface="Times New Roman" pitchFamily="18" charset="0"/>
                          <a:ea typeface="Calibri" panose="020F0502020204030204" pitchFamily="34" charset="0"/>
                          <a:cs typeface="Times New Roman" pitchFamily="18" charset="0"/>
                        </a:rPr>
                        <a:t> </a:t>
                      </a:r>
                      <a:r>
                        <a:rPr lang="en-US" sz="1800" b="1" spc="-10">
                          <a:effectLst/>
                          <a:latin typeface="Times New Roman" pitchFamily="18" charset="0"/>
                          <a:ea typeface="Calibri" panose="020F0502020204030204" pitchFamily="34" charset="0"/>
                          <a:cs typeface="Times New Roman" pitchFamily="18" charset="0"/>
                        </a:rPr>
                        <a:t>Marks</a:t>
                      </a:r>
                      <a:endParaRPr lang="en-IN" sz="1800">
                        <a:effectLst/>
                        <a:latin typeface="Times New Roman" pitchFamily="18" charset="0"/>
                        <a:ea typeface="Calibri" panose="020F0502020204030204" pitchFamily="34" charset="0"/>
                        <a:cs typeface="Times New Roman"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rowSpan="2">
                  <a:txBody>
                    <a:bodyPr/>
                    <a:lstStyle/>
                    <a:p>
                      <a:pPr>
                        <a:spcBef>
                          <a:spcPts val="1185"/>
                        </a:spcBef>
                        <a:buNone/>
                      </a:pPr>
                      <a:r>
                        <a:rPr lang="en-US" sz="1800" b="1" dirty="0">
                          <a:effectLst/>
                          <a:latin typeface="Times New Roman" pitchFamily="18" charset="0"/>
                          <a:ea typeface="Calibri" panose="020F0502020204030204" pitchFamily="34" charset="0"/>
                          <a:cs typeface="Times New Roman" pitchFamily="18" charset="0"/>
                        </a:rPr>
                        <a:t> </a:t>
                      </a:r>
                      <a:endParaRPr lang="en-IN" sz="1800" dirty="0">
                        <a:effectLst/>
                        <a:latin typeface="Times New Roman" pitchFamily="18" charset="0"/>
                        <a:ea typeface="Calibri" panose="020F0502020204030204" pitchFamily="34" charset="0"/>
                        <a:cs typeface="Times New Roman" pitchFamily="18" charset="0"/>
                      </a:endParaRPr>
                    </a:p>
                    <a:p>
                      <a:pPr marL="351155">
                        <a:buNone/>
                      </a:pPr>
                      <a:r>
                        <a:rPr lang="en-US" sz="1800" b="1" dirty="0">
                          <a:effectLst/>
                          <a:latin typeface="Times New Roman" pitchFamily="18" charset="0"/>
                          <a:ea typeface="Calibri" panose="020F0502020204030204" pitchFamily="34" charset="0"/>
                          <a:cs typeface="Times New Roman" pitchFamily="18" charset="0"/>
                        </a:rPr>
                        <a:t>Final</a:t>
                      </a:r>
                      <a:r>
                        <a:rPr lang="en-US" sz="1800" b="1" spc="-40" dirty="0">
                          <a:effectLst/>
                          <a:latin typeface="Times New Roman" pitchFamily="18" charset="0"/>
                          <a:ea typeface="Calibri" panose="020F0502020204030204" pitchFamily="34" charset="0"/>
                          <a:cs typeface="Times New Roman" pitchFamily="18" charset="0"/>
                        </a:rPr>
                        <a:t> </a:t>
                      </a:r>
                      <a:r>
                        <a:rPr lang="en-US" sz="1800" b="1" dirty="0">
                          <a:effectLst/>
                          <a:latin typeface="Times New Roman" pitchFamily="18" charset="0"/>
                          <a:ea typeface="Calibri" panose="020F0502020204030204" pitchFamily="34" charset="0"/>
                          <a:cs typeface="Times New Roman" pitchFamily="18" charset="0"/>
                        </a:rPr>
                        <a:t>Marks</a:t>
                      </a:r>
                      <a:r>
                        <a:rPr lang="en-US" sz="1800" b="1" spc="-30" dirty="0">
                          <a:effectLst/>
                          <a:latin typeface="Times New Roman" pitchFamily="18" charset="0"/>
                          <a:ea typeface="Calibri" panose="020F0502020204030204" pitchFamily="34" charset="0"/>
                          <a:cs typeface="Times New Roman" pitchFamily="18" charset="0"/>
                        </a:rPr>
                        <a:t> </a:t>
                      </a:r>
                      <a:r>
                        <a:rPr lang="en-US" sz="1800" b="1" spc="-10" dirty="0">
                          <a:effectLst/>
                          <a:latin typeface="Times New Roman" pitchFamily="18" charset="0"/>
                          <a:ea typeface="Calibri" panose="020F0502020204030204" pitchFamily="34" charset="0"/>
                          <a:cs typeface="Times New Roman" pitchFamily="18" charset="0"/>
                        </a:rPr>
                        <a:t>CIE*0.5+SEE*1</a:t>
                      </a:r>
                      <a:endParaRPr lang="en-IN" sz="1800" dirty="0">
                        <a:effectLst/>
                        <a:latin typeface="Times New Roman" pitchFamily="18" charset="0"/>
                        <a:ea typeface="Calibri" panose="020F0502020204030204" pitchFamily="34" charset="0"/>
                        <a:cs typeface="Times New Roman"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4091782896"/>
                  </a:ext>
                </a:extLst>
              </a:tr>
              <a:tr h="522432">
                <a:tc vMerge="1">
                  <a:txBody>
                    <a:bodyPr/>
                    <a:lstStyle/>
                    <a:p>
                      <a:endParaRPr lang="en-IN"/>
                    </a:p>
                  </a:txBody>
                  <a:tcPr/>
                </a:tc>
                <a:tc>
                  <a:txBody>
                    <a:bodyPr/>
                    <a:lstStyle/>
                    <a:p>
                      <a:pPr marL="6350" algn="ctr">
                        <a:spcBef>
                          <a:spcPts val="1085"/>
                        </a:spcBef>
                        <a:buNone/>
                      </a:pPr>
                      <a:r>
                        <a:rPr lang="en-US" sz="1800" spc="-20">
                          <a:effectLst/>
                          <a:latin typeface="Times New Roman" pitchFamily="18" charset="0"/>
                          <a:ea typeface="Calibri" panose="020F0502020204030204" pitchFamily="34" charset="0"/>
                          <a:cs typeface="Times New Roman" pitchFamily="18" charset="0"/>
                        </a:rPr>
                        <a:t>IA1#</a:t>
                      </a:r>
                      <a:endParaRPr lang="en-IN" sz="1800">
                        <a:effectLst/>
                        <a:latin typeface="Times New Roman" pitchFamily="18" charset="0"/>
                        <a:ea typeface="Calibri" panose="020F0502020204030204" pitchFamily="34" charset="0"/>
                        <a:cs typeface="Times New Roman"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5715" marR="3810" algn="ctr">
                        <a:spcBef>
                          <a:spcPts val="1085"/>
                        </a:spcBef>
                        <a:buNone/>
                      </a:pPr>
                      <a:r>
                        <a:rPr lang="en-US" sz="1800" spc="-25">
                          <a:effectLst/>
                          <a:latin typeface="Times New Roman" pitchFamily="18" charset="0"/>
                          <a:ea typeface="Calibri" panose="020F0502020204030204" pitchFamily="34" charset="0"/>
                          <a:cs typeface="Times New Roman" pitchFamily="18" charset="0"/>
                        </a:rPr>
                        <a:t>MTE</a:t>
                      </a:r>
                      <a:endParaRPr lang="en-IN" sz="1800">
                        <a:effectLst/>
                        <a:latin typeface="Times New Roman" pitchFamily="18" charset="0"/>
                        <a:ea typeface="Calibri" panose="020F0502020204030204" pitchFamily="34" charset="0"/>
                        <a:cs typeface="Times New Roman"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175" marR="635" algn="ctr">
                        <a:spcBef>
                          <a:spcPts val="1085"/>
                        </a:spcBef>
                        <a:buNone/>
                      </a:pPr>
                      <a:r>
                        <a:rPr lang="en-US" sz="1800" spc="-20" dirty="0">
                          <a:effectLst/>
                          <a:latin typeface="Times New Roman" pitchFamily="18" charset="0"/>
                          <a:ea typeface="Calibri" panose="020F0502020204030204" pitchFamily="34" charset="0"/>
                          <a:cs typeface="Times New Roman" pitchFamily="18" charset="0"/>
                        </a:rPr>
                        <a:t>IA2#</a:t>
                      </a:r>
                      <a:endParaRPr lang="en-IN" sz="1800" dirty="0">
                        <a:effectLst/>
                        <a:latin typeface="Times New Roman" pitchFamily="18" charset="0"/>
                        <a:ea typeface="Calibri" panose="020F0502020204030204" pitchFamily="34" charset="0"/>
                        <a:cs typeface="Times New Roman"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905" marR="635" algn="ctr">
                        <a:spcBef>
                          <a:spcPts val="1085"/>
                        </a:spcBef>
                        <a:buNone/>
                      </a:pPr>
                      <a:r>
                        <a:rPr lang="en-US" sz="1800" spc="-25">
                          <a:effectLst/>
                          <a:latin typeface="Times New Roman" pitchFamily="18" charset="0"/>
                          <a:ea typeface="Calibri" panose="020F0502020204030204" pitchFamily="34" charset="0"/>
                          <a:cs typeface="Times New Roman" pitchFamily="18" charset="0"/>
                        </a:rPr>
                        <a:t>CIE</a:t>
                      </a:r>
                      <a:endParaRPr lang="en-IN" sz="1800">
                        <a:effectLst/>
                        <a:latin typeface="Times New Roman" pitchFamily="18" charset="0"/>
                        <a:ea typeface="Calibri" panose="020F0502020204030204" pitchFamily="34" charset="0"/>
                        <a:cs typeface="Times New Roman"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45085" algn="ctr">
                        <a:spcBef>
                          <a:spcPts val="1085"/>
                        </a:spcBef>
                        <a:buNone/>
                      </a:pPr>
                      <a:r>
                        <a:rPr lang="en-US" sz="1800" spc="-25">
                          <a:effectLst/>
                          <a:latin typeface="Times New Roman" pitchFamily="18" charset="0"/>
                          <a:ea typeface="Calibri" panose="020F0502020204030204" pitchFamily="34" charset="0"/>
                          <a:cs typeface="Times New Roman" pitchFamily="18" charset="0"/>
                        </a:rPr>
                        <a:t>SEE</a:t>
                      </a:r>
                      <a:endParaRPr lang="en-IN" sz="1800">
                        <a:effectLst/>
                        <a:latin typeface="Times New Roman" pitchFamily="18" charset="0"/>
                        <a:ea typeface="Calibri" panose="020F0502020204030204" pitchFamily="34" charset="0"/>
                        <a:cs typeface="Times New Roman"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en-IN"/>
                    </a:p>
                  </a:txBody>
                  <a:tcPr/>
                </a:tc>
                <a:extLst>
                  <a:ext uri="{0D108BD9-81ED-4DB2-BD59-A6C34878D82A}">
                    <a16:rowId xmlns:a16="http://schemas.microsoft.com/office/drawing/2014/main" xmlns="" val="862628055"/>
                  </a:ext>
                </a:extLst>
              </a:tr>
              <a:tr h="409988">
                <a:tc>
                  <a:txBody>
                    <a:bodyPr/>
                    <a:lstStyle/>
                    <a:p>
                      <a:pPr marL="6350" algn="ctr">
                        <a:spcBef>
                          <a:spcPts val="460"/>
                        </a:spcBef>
                        <a:buNone/>
                      </a:pPr>
                      <a:r>
                        <a:rPr lang="en-US" sz="1800" spc="-10">
                          <a:effectLst/>
                          <a:latin typeface="Times New Roman" pitchFamily="18" charset="0"/>
                          <a:ea typeface="Calibri" panose="020F0502020204030204" pitchFamily="34" charset="0"/>
                          <a:cs typeface="Times New Roman" pitchFamily="18" charset="0"/>
                        </a:rPr>
                        <a:t>THEORY</a:t>
                      </a:r>
                      <a:endParaRPr lang="en-IN" sz="1800">
                        <a:effectLst/>
                        <a:latin typeface="Times New Roman" pitchFamily="18" charset="0"/>
                        <a:ea typeface="Calibri" panose="020F0502020204030204" pitchFamily="34" charset="0"/>
                        <a:cs typeface="Times New Roman"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350" algn="ctr">
                        <a:spcBef>
                          <a:spcPts val="460"/>
                        </a:spcBef>
                        <a:buNone/>
                      </a:pPr>
                      <a:r>
                        <a:rPr lang="en-US" sz="1800" spc="-25">
                          <a:effectLst/>
                          <a:latin typeface="Times New Roman" pitchFamily="18" charset="0"/>
                          <a:ea typeface="Calibri" panose="020F0502020204030204" pitchFamily="34" charset="0"/>
                          <a:cs typeface="Times New Roman" pitchFamily="18" charset="0"/>
                        </a:rPr>
                        <a:t>25</a:t>
                      </a:r>
                      <a:endParaRPr lang="en-IN" sz="1800">
                        <a:effectLst/>
                        <a:latin typeface="Times New Roman" pitchFamily="18" charset="0"/>
                        <a:ea typeface="Calibri" panose="020F0502020204030204" pitchFamily="34" charset="0"/>
                        <a:cs typeface="Times New Roman"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5715" algn="ctr">
                        <a:spcBef>
                          <a:spcPts val="460"/>
                        </a:spcBef>
                        <a:buNone/>
                      </a:pPr>
                      <a:r>
                        <a:rPr lang="en-US" sz="1800" spc="-25">
                          <a:effectLst/>
                          <a:latin typeface="Times New Roman" pitchFamily="18" charset="0"/>
                          <a:ea typeface="Calibri" panose="020F0502020204030204" pitchFamily="34" charset="0"/>
                          <a:cs typeface="Times New Roman" pitchFamily="18" charset="0"/>
                        </a:rPr>
                        <a:t>50</a:t>
                      </a:r>
                      <a:endParaRPr lang="en-IN" sz="1800">
                        <a:effectLst/>
                        <a:latin typeface="Times New Roman" pitchFamily="18" charset="0"/>
                        <a:ea typeface="Calibri" panose="020F0502020204030204" pitchFamily="34" charset="0"/>
                        <a:cs typeface="Times New Roman"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175" algn="ctr">
                        <a:spcBef>
                          <a:spcPts val="460"/>
                        </a:spcBef>
                        <a:buNone/>
                      </a:pPr>
                      <a:r>
                        <a:rPr lang="en-US" sz="1800" spc="-25">
                          <a:effectLst/>
                          <a:latin typeface="Times New Roman" pitchFamily="18" charset="0"/>
                          <a:ea typeface="Calibri" panose="020F0502020204030204" pitchFamily="34" charset="0"/>
                          <a:cs typeface="Times New Roman" pitchFamily="18" charset="0"/>
                        </a:rPr>
                        <a:t>25</a:t>
                      </a:r>
                      <a:endParaRPr lang="en-IN" sz="1800">
                        <a:effectLst/>
                        <a:latin typeface="Times New Roman" pitchFamily="18" charset="0"/>
                        <a:ea typeface="Calibri" panose="020F0502020204030204" pitchFamily="34" charset="0"/>
                        <a:cs typeface="Times New Roman"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905" algn="ctr">
                        <a:spcBef>
                          <a:spcPts val="460"/>
                        </a:spcBef>
                        <a:buNone/>
                      </a:pPr>
                      <a:r>
                        <a:rPr lang="en-US" sz="1800" spc="-25">
                          <a:effectLst/>
                          <a:latin typeface="Times New Roman" pitchFamily="18" charset="0"/>
                          <a:ea typeface="Calibri" panose="020F0502020204030204" pitchFamily="34" charset="0"/>
                          <a:cs typeface="Times New Roman" pitchFamily="18" charset="0"/>
                        </a:rPr>
                        <a:t>100</a:t>
                      </a:r>
                      <a:endParaRPr lang="en-IN" sz="1800">
                        <a:effectLst/>
                        <a:latin typeface="Times New Roman" pitchFamily="18" charset="0"/>
                        <a:ea typeface="Calibri" panose="020F0502020204030204" pitchFamily="34" charset="0"/>
                        <a:cs typeface="Times New Roman"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3815" marR="45085" algn="ctr">
                        <a:spcBef>
                          <a:spcPts val="460"/>
                        </a:spcBef>
                        <a:buNone/>
                      </a:pPr>
                      <a:r>
                        <a:rPr lang="en-US" sz="1800" spc="-25">
                          <a:effectLst/>
                          <a:latin typeface="Times New Roman" pitchFamily="18" charset="0"/>
                          <a:ea typeface="Calibri" panose="020F0502020204030204" pitchFamily="34" charset="0"/>
                          <a:cs typeface="Times New Roman" pitchFamily="18" charset="0"/>
                        </a:rPr>
                        <a:t>50</a:t>
                      </a:r>
                      <a:endParaRPr lang="en-IN" sz="1800">
                        <a:effectLst/>
                        <a:latin typeface="Times New Roman" pitchFamily="18" charset="0"/>
                        <a:ea typeface="Calibri" panose="020F0502020204030204" pitchFamily="34" charset="0"/>
                        <a:cs typeface="Times New Roman"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905" algn="ctr">
                        <a:spcBef>
                          <a:spcPts val="460"/>
                        </a:spcBef>
                        <a:buNone/>
                      </a:pPr>
                      <a:r>
                        <a:rPr lang="en-US" sz="1800" spc="-25" dirty="0">
                          <a:effectLst/>
                          <a:latin typeface="Times New Roman" pitchFamily="18" charset="0"/>
                          <a:ea typeface="Calibri" panose="020F0502020204030204" pitchFamily="34" charset="0"/>
                          <a:cs typeface="Times New Roman" pitchFamily="18" charset="0"/>
                        </a:rPr>
                        <a:t>150</a:t>
                      </a:r>
                      <a:endParaRPr lang="en-IN" sz="1800" dirty="0">
                        <a:effectLst/>
                        <a:latin typeface="Times New Roman" pitchFamily="18" charset="0"/>
                        <a:ea typeface="Calibri" panose="020F0502020204030204" pitchFamily="34" charset="0"/>
                        <a:cs typeface="Times New Roman"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843435370"/>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xmlns="" id="{3BF979B3-B491-3107-C14F-451E54140314}"/>
              </a:ext>
            </a:extLst>
          </p:cNvPr>
          <p:cNvSpPr>
            <a:spLocks noGrp="1"/>
          </p:cNvSpPr>
          <p:nvPr>
            <p:ph type="sldNum" sz="quarter" idx="12"/>
          </p:nvPr>
        </p:nvSpPr>
        <p:spPr/>
        <p:txBody>
          <a:bodyPr/>
          <a:lstStyle/>
          <a:p>
            <a:pPr>
              <a:defRPr/>
            </a:pPr>
            <a:fld id="{6B445D76-E57B-C04A-8289-CD401D726785}" type="slidenum">
              <a:rPr lang="en-IN" smtClean="0"/>
              <a:pPr>
                <a:defRPr/>
              </a:pPr>
              <a:t>18</a:t>
            </a:fld>
            <a:endParaRPr lang="en-IN"/>
          </a:p>
        </p:txBody>
      </p:sp>
      <p:sp>
        <p:nvSpPr>
          <p:cNvPr id="6" name="TextBox 5">
            <a:extLst>
              <a:ext uri="{FF2B5EF4-FFF2-40B4-BE49-F238E27FC236}">
                <a16:creationId xmlns:a16="http://schemas.microsoft.com/office/drawing/2014/main" xmlns="" id="{D0FB39BE-DB6D-F5C9-FC07-1F7D3BC328FB}"/>
              </a:ext>
            </a:extLst>
          </p:cNvPr>
          <p:cNvSpPr txBox="1"/>
          <p:nvPr/>
        </p:nvSpPr>
        <p:spPr>
          <a:xfrm>
            <a:off x="617144" y="860689"/>
            <a:ext cx="10842625" cy="5078313"/>
          </a:xfrm>
          <a:prstGeom prst="rect">
            <a:avLst/>
          </a:prstGeom>
          <a:noFill/>
        </p:spPr>
        <p:txBody>
          <a:bodyPr>
            <a:spAutoFit/>
          </a:bodyPr>
          <a:lstStyle/>
          <a:p>
            <a:pPr algn="just">
              <a:defRPr/>
            </a:pPr>
            <a:r>
              <a:rPr lang="en-US" sz="2400" b="1" dirty="0">
                <a:latin typeface="Times New Roman" pitchFamily="18" charset="0"/>
                <a:cs typeface="Times New Roman" pitchFamily="18" charset="0"/>
              </a:rPr>
              <a:t>Feedback Mechanism </a:t>
            </a:r>
          </a:p>
          <a:p>
            <a:pPr algn="just">
              <a:defRPr/>
            </a:pPr>
            <a:endParaRPr lang="en-US" sz="2000" b="1" dirty="0">
              <a:latin typeface="Times New Roman" pitchFamily="18" charset="0"/>
              <a:cs typeface="Times New Roman" pitchFamily="18" charset="0"/>
            </a:endParaRPr>
          </a:p>
          <a:p>
            <a:pPr algn="just">
              <a:defRPr/>
            </a:pPr>
            <a:r>
              <a:rPr lang="en-US" sz="2000" dirty="0">
                <a:latin typeface="Times New Roman" pitchFamily="18" charset="0"/>
                <a:cs typeface="Times New Roman" pitchFamily="18" charset="0"/>
              </a:rPr>
              <a:t>The feedback process is structured to ensure comprehensive and constructive insights. It is managed through the following steps:</a:t>
            </a:r>
          </a:p>
          <a:p>
            <a:pPr marL="457200" indent="-457200" algn="just">
              <a:buFont typeface="+mj-lt"/>
              <a:buAutoNum type="arabicPeriod"/>
              <a:defRPr/>
            </a:pPr>
            <a:r>
              <a:rPr lang="en-US" sz="2000" b="1" dirty="0">
                <a:latin typeface="Times New Roman" pitchFamily="18" charset="0"/>
                <a:cs typeface="Times New Roman" pitchFamily="18" charset="0"/>
              </a:rPr>
              <a:t>QCM1 Feedback</a:t>
            </a:r>
            <a:r>
              <a:rPr lang="en-US" sz="2000" dirty="0">
                <a:latin typeface="Times New Roman" pitchFamily="18" charset="0"/>
                <a:cs typeface="Times New Roman" pitchFamily="18" charset="0"/>
              </a:rPr>
              <a:t>: In the initial phase, QCM1 gathers feedback focusing on specific areas of evaluation. This ensures that early observations and areas of improvement are documented</a:t>
            </a:r>
            <a:r>
              <a:rPr lang="en-US" sz="2000" dirty="0" smtClean="0">
                <a:latin typeface="Times New Roman" pitchFamily="18" charset="0"/>
                <a:cs typeface="Times New Roman" pitchFamily="18" charset="0"/>
              </a:rPr>
              <a:t>.</a:t>
            </a:r>
          </a:p>
          <a:p>
            <a:pPr marL="457200" indent="-457200" algn="just">
              <a:buFont typeface="+mj-lt"/>
              <a:buAutoNum type="arabicPeriod"/>
              <a:defRPr/>
            </a:pPr>
            <a:endParaRPr lang="en-US" sz="2000" dirty="0">
              <a:latin typeface="Times New Roman" pitchFamily="18" charset="0"/>
              <a:cs typeface="Times New Roman" pitchFamily="18" charset="0"/>
            </a:endParaRPr>
          </a:p>
          <a:p>
            <a:pPr marL="457200" indent="-457200" algn="just">
              <a:buFont typeface="+mj-lt"/>
              <a:buAutoNum type="arabicPeriod"/>
              <a:defRPr/>
            </a:pPr>
            <a:r>
              <a:rPr lang="en-US" sz="2000" b="1" dirty="0">
                <a:latin typeface="Times New Roman" pitchFamily="18" charset="0"/>
                <a:cs typeface="Times New Roman" pitchFamily="18" charset="0"/>
              </a:rPr>
              <a:t>QCM2 Feedback</a:t>
            </a:r>
            <a:r>
              <a:rPr lang="en-US" sz="2000" dirty="0">
                <a:latin typeface="Times New Roman" pitchFamily="18" charset="0"/>
                <a:cs typeface="Times New Roman" pitchFamily="18" charset="0"/>
              </a:rPr>
              <a:t>: Following this, QCM2 collects further feedback, with a focus on secondary areas of evaluation. This provides a deeper understanding of the ongoing progress and any adjustments that have been made</a:t>
            </a:r>
            <a:r>
              <a:rPr lang="en-US" sz="2000" dirty="0" smtClean="0">
                <a:latin typeface="Times New Roman" pitchFamily="18" charset="0"/>
                <a:cs typeface="Times New Roman" pitchFamily="18" charset="0"/>
              </a:rPr>
              <a:t>.</a:t>
            </a:r>
          </a:p>
          <a:p>
            <a:pPr marL="457200" indent="-457200" algn="just">
              <a:buFont typeface="+mj-lt"/>
              <a:buAutoNum type="arabicPeriod"/>
              <a:defRPr/>
            </a:pPr>
            <a:endParaRPr lang="en-US" sz="2000" dirty="0">
              <a:latin typeface="Times New Roman" pitchFamily="18" charset="0"/>
              <a:cs typeface="Times New Roman" pitchFamily="18" charset="0"/>
            </a:endParaRPr>
          </a:p>
          <a:p>
            <a:pPr marL="457200" indent="-457200" algn="just">
              <a:buFont typeface="+mj-lt"/>
              <a:buAutoNum type="arabicPeriod"/>
              <a:defRPr/>
            </a:pPr>
            <a:r>
              <a:rPr lang="en-US" sz="2000" b="1" dirty="0">
                <a:latin typeface="Times New Roman" pitchFamily="18" charset="0"/>
                <a:cs typeface="Times New Roman" pitchFamily="18" charset="0"/>
              </a:rPr>
              <a:t>Overall Exit Survey</a:t>
            </a:r>
            <a:r>
              <a:rPr lang="en-US" sz="2000" dirty="0">
                <a:latin typeface="Times New Roman" pitchFamily="18" charset="0"/>
                <a:cs typeface="Times New Roman" pitchFamily="18" charset="0"/>
              </a:rPr>
              <a:t>: At the conclusion of the program, an exit survey is conducted anonymously by the students. This survey allows students to provide their final thoughts and overall satisfaction without any identifying information, ensuring that honest and candid feedback is collected. The anonymous nature of this survey encourages openness, contributing to a more accurate assessment of the experience.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descr="Galgotias University - Wikipedia">
            <a:extLst>
              <a:ext uri="{FF2B5EF4-FFF2-40B4-BE49-F238E27FC236}">
                <a16:creationId xmlns:a16="http://schemas.microsoft.com/office/drawing/2014/main" xmlns="" id="{E9709004-F743-D7D9-F2A9-943B6413FBD4}"/>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9213" y="30163"/>
            <a:ext cx="1101725" cy="1101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xmlns="" id="{8AE9F34F-5DD6-512B-0720-3A7E88438E64}"/>
              </a:ext>
            </a:extLst>
          </p:cNvPr>
          <p:cNvCxnSpPr>
            <a:cxnSpLocks/>
          </p:cNvCxnSpPr>
          <p:nvPr/>
        </p:nvCxnSpPr>
        <p:spPr>
          <a:xfrm>
            <a:off x="1017588" y="708025"/>
            <a:ext cx="11174412"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25604" name="TextBox 8">
            <a:extLst>
              <a:ext uri="{FF2B5EF4-FFF2-40B4-BE49-F238E27FC236}">
                <a16:creationId xmlns:a16="http://schemas.microsoft.com/office/drawing/2014/main" xmlns="" id="{D84D13EE-24CC-D184-A1E4-CED82CD7C4B3}"/>
              </a:ext>
            </a:extLst>
          </p:cNvPr>
          <p:cNvSpPr txBox="1">
            <a:spLocks noChangeArrowheads="1"/>
          </p:cNvSpPr>
          <p:nvPr/>
        </p:nvSpPr>
        <p:spPr bwMode="auto">
          <a:xfrm>
            <a:off x="1017588" y="46038"/>
            <a:ext cx="11125200" cy="646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IN" altLang="en-US" sz="3600" b="1">
                <a:solidFill>
                  <a:srgbClr val="C00000"/>
                </a:solidFill>
              </a:rPr>
              <a:t>Course Policies</a:t>
            </a:r>
          </a:p>
        </p:txBody>
      </p:sp>
      <p:sp>
        <p:nvSpPr>
          <p:cNvPr id="4" name="TextBox 3">
            <a:extLst>
              <a:ext uri="{FF2B5EF4-FFF2-40B4-BE49-F238E27FC236}">
                <a16:creationId xmlns:a16="http://schemas.microsoft.com/office/drawing/2014/main" xmlns="" id="{C4E199BC-E8C4-EE2F-E9A9-D4246087C292}"/>
              </a:ext>
            </a:extLst>
          </p:cNvPr>
          <p:cNvSpPr txBox="1"/>
          <p:nvPr/>
        </p:nvSpPr>
        <p:spPr>
          <a:xfrm>
            <a:off x="711200" y="1982788"/>
            <a:ext cx="10966450" cy="1996444"/>
          </a:xfrm>
          <a:prstGeom prst="rect">
            <a:avLst/>
          </a:prstGeom>
          <a:noFill/>
        </p:spPr>
        <p:txBody>
          <a:bodyPr>
            <a:spAutoFit/>
          </a:bodyPr>
          <a:lstStyle/>
          <a:p>
            <a:pPr marL="342900" indent="-342900" algn="just" eaLnBrk="1" fontAlgn="auto" hangingPunct="1">
              <a:lnSpc>
                <a:spcPct val="115000"/>
              </a:lnSpc>
              <a:spcBef>
                <a:spcPts val="0"/>
              </a:spcBef>
              <a:spcAft>
                <a:spcPts val="800"/>
              </a:spcAft>
              <a:buSzPts val="1000"/>
              <a:buFont typeface="Symbol" panose="05050102010706020507" pitchFamily="18" charset="2"/>
              <a:buChar char=""/>
              <a:tabLst>
                <a:tab pos="457200" algn="l"/>
              </a:tabLst>
              <a:defRPr/>
            </a:pPr>
            <a:r>
              <a:rPr lang="en-IN" sz="2400" b="1" kern="100" dirty="0" smtClean="0">
                <a:latin typeface="Times New Roman" panose="02020603050405020304" pitchFamily="18" charset="0"/>
                <a:ea typeface="Aptos" panose="020B0004020202020204" pitchFamily="34" charset="0"/>
                <a:cs typeface="Times New Roman" panose="02020603050405020304" pitchFamily="18" charset="0"/>
              </a:rPr>
              <a:t>Attendance</a:t>
            </a:r>
            <a:endParaRPr lang="en-IN" sz="2400" kern="100" dirty="0">
              <a:latin typeface="Times New Roman" panose="02020603050405020304" pitchFamily="18" charset="0"/>
              <a:ea typeface="Aptos" panose="020B0004020202020204" pitchFamily="34" charset="0"/>
              <a:cs typeface="Times New Roman" panose="02020603050405020304" pitchFamily="18" charset="0"/>
            </a:endParaRPr>
          </a:p>
          <a:p>
            <a:pPr algn="just" eaLnBrk="1" fontAlgn="auto" hangingPunct="1">
              <a:lnSpc>
                <a:spcPct val="115000"/>
              </a:lnSpc>
              <a:spcBef>
                <a:spcPts val="0"/>
              </a:spcBef>
              <a:spcAft>
                <a:spcPts val="800"/>
              </a:spcAft>
              <a:buSzPts val="1000"/>
              <a:tabLst>
                <a:tab pos="457200" algn="l"/>
              </a:tabLst>
              <a:defRPr/>
            </a:pPr>
            <a:endParaRPr lang="en-IN" sz="2400" kern="100" dirty="0">
              <a:latin typeface="Times New Roman" panose="02020603050405020304" pitchFamily="18" charset="0"/>
              <a:ea typeface="Aptos" panose="020B0004020202020204" pitchFamily="34" charset="0"/>
              <a:cs typeface="Times New Roman" panose="02020603050405020304" pitchFamily="18" charset="0"/>
            </a:endParaRPr>
          </a:p>
          <a:p>
            <a:pPr algn="just" eaLnBrk="1" fontAlgn="auto" hangingPunct="1">
              <a:lnSpc>
                <a:spcPct val="115000"/>
              </a:lnSpc>
              <a:spcBef>
                <a:spcPts val="0"/>
              </a:spcBef>
              <a:spcAft>
                <a:spcPts val="800"/>
              </a:spcAft>
              <a:buSzPts val="1000"/>
              <a:tabLst>
                <a:tab pos="457200" algn="l"/>
              </a:tabLst>
              <a:defRPr/>
            </a:pPr>
            <a:r>
              <a:rPr lang="en-IN" sz="2400" kern="100" dirty="0">
                <a:latin typeface="Times New Roman" panose="02020603050405020304" pitchFamily="18" charset="0"/>
                <a:ea typeface="Aptos" panose="020B0004020202020204" pitchFamily="34" charset="0"/>
                <a:cs typeface="Times New Roman" panose="02020603050405020304" pitchFamily="18" charset="0"/>
              </a:rPr>
              <a:t>According to the attendance policy at </a:t>
            </a:r>
            <a:r>
              <a:rPr lang="en-IN" sz="2400" kern="100" dirty="0" err="1">
                <a:latin typeface="Times New Roman" panose="02020603050405020304" pitchFamily="18" charset="0"/>
                <a:ea typeface="Aptos" panose="020B0004020202020204" pitchFamily="34" charset="0"/>
                <a:cs typeface="Times New Roman" panose="02020603050405020304" pitchFamily="18" charset="0"/>
              </a:rPr>
              <a:t>Galagotias</a:t>
            </a:r>
            <a:r>
              <a:rPr lang="en-IN" sz="2400" kern="100" dirty="0">
                <a:latin typeface="Times New Roman" panose="02020603050405020304" pitchFamily="18" charset="0"/>
                <a:ea typeface="Aptos" panose="020B0004020202020204" pitchFamily="34" charset="0"/>
                <a:cs typeface="Times New Roman" panose="02020603050405020304" pitchFamily="18" charset="0"/>
              </a:rPr>
              <a:t> University, 100% is mandatory to maintain throughout the semester for the Examination. </a:t>
            </a:r>
            <a:endParaRPr lang="en-IN" sz="2000" kern="100" dirty="0">
              <a:latin typeface="Aptos" panose="020B0004020202020204" pitchFamily="34" charset="0"/>
              <a:ea typeface="Aptos" panose="020B0004020202020204" pitchFamily="34"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xmlns="" id="{7AEC5309-3E1C-95C7-80A3-FBD64C8BE89F}"/>
              </a:ext>
            </a:extLst>
          </p:cNvPr>
          <p:cNvSpPr>
            <a:spLocks noGrp="1"/>
          </p:cNvSpPr>
          <p:nvPr>
            <p:ph type="sldNum" sz="quarter" idx="12"/>
          </p:nvPr>
        </p:nvSpPr>
        <p:spPr/>
        <p:txBody>
          <a:bodyPr/>
          <a:lstStyle/>
          <a:p>
            <a:pPr>
              <a:defRPr/>
            </a:pPr>
            <a:fld id="{FB0CE3C3-A2A7-4344-9FFE-8CC74FA5D6B3}" type="slidenum">
              <a:rPr lang="en-IN" smtClean="0"/>
              <a:pPr>
                <a:defRPr/>
              </a:pPr>
              <a:t>19</a:t>
            </a:fld>
            <a:endParaRPr lang="en-I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Galgotias University - Wikipedia">
            <a:extLst>
              <a:ext uri="{FF2B5EF4-FFF2-40B4-BE49-F238E27FC236}">
                <a16:creationId xmlns:a16="http://schemas.microsoft.com/office/drawing/2014/main" xmlns="" id="{25921150-8ABD-74CB-1EFB-B88698915389}"/>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9213" y="30163"/>
            <a:ext cx="1101725" cy="1101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xmlns="" id="{43312A3B-E21F-FD6C-FA18-A4EE38536F09}"/>
              </a:ext>
            </a:extLst>
          </p:cNvPr>
          <p:cNvCxnSpPr>
            <a:cxnSpLocks/>
          </p:cNvCxnSpPr>
          <p:nvPr/>
        </p:nvCxnSpPr>
        <p:spPr>
          <a:xfrm>
            <a:off x="1017588" y="708025"/>
            <a:ext cx="11174412"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26628" name="TextBox 8">
            <a:extLst>
              <a:ext uri="{FF2B5EF4-FFF2-40B4-BE49-F238E27FC236}">
                <a16:creationId xmlns:a16="http://schemas.microsoft.com/office/drawing/2014/main" xmlns="" id="{3D8E9FE3-6EB6-9CDC-B837-E708E83C9DC8}"/>
              </a:ext>
            </a:extLst>
          </p:cNvPr>
          <p:cNvSpPr txBox="1">
            <a:spLocks noChangeArrowheads="1"/>
          </p:cNvSpPr>
          <p:nvPr/>
        </p:nvSpPr>
        <p:spPr bwMode="auto">
          <a:xfrm>
            <a:off x="1017588" y="46038"/>
            <a:ext cx="11125200" cy="646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IN" altLang="en-US" sz="3600" b="1">
                <a:solidFill>
                  <a:srgbClr val="C00000"/>
                </a:solidFill>
              </a:rPr>
              <a:t>Resources</a:t>
            </a:r>
          </a:p>
        </p:txBody>
      </p:sp>
      <p:sp>
        <p:nvSpPr>
          <p:cNvPr id="3" name="TextBox 2">
            <a:extLst>
              <a:ext uri="{FF2B5EF4-FFF2-40B4-BE49-F238E27FC236}">
                <a16:creationId xmlns:a16="http://schemas.microsoft.com/office/drawing/2014/main" xmlns="" id="{6F54B9B4-A96F-66E9-6519-C52279E8B03B}"/>
              </a:ext>
            </a:extLst>
          </p:cNvPr>
          <p:cNvSpPr txBox="1"/>
          <p:nvPr/>
        </p:nvSpPr>
        <p:spPr>
          <a:xfrm>
            <a:off x="703262" y="1051504"/>
            <a:ext cx="10785475" cy="5440464"/>
          </a:xfrm>
          <a:prstGeom prst="rect">
            <a:avLst/>
          </a:prstGeom>
          <a:noFill/>
        </p:spPr>
        <p:txBody>
          <a:bodyPr>
            <a:spAutoFit/>
          </a:bodyPr>
          <a:lstStyle/>
          <a:p>
            <a:pPr marL="342900" indent="-342900" algn="just" eaLnBrk="1" fontAlgn="auto" hangingPunct="1">
              <a:lnSpc>
                <a:spcPct val="115000"/>
              </a:lnSpc>
              <a:spcBef>
                <a:spcPts val="0"/>
              </a:spcBef>
              <a:spcAft>
                <a:spcPts val="800"/>
              </a:spcAft>
              <a:buSzPts val="1000"/>
              <a:buFont typeface="Symbol" panose="05050102010706020507" pitchFamily="18" charset="2"/>
              <a:buChar char=""/>
              <a:tabLst>
                <a:tab pos="457200" algn="l"/>
              </a:tabLst>
              <a:defRPr/>
            </a:pPr>
            <a:r>
              <a:rPr lang="en-IN" sz="2400" b="1" kern="100" dirty="0">
                <a:latin typeface="Times New Roman" pitchFamily="18" charset="0"/>
                <a:ea typeface="Aptos" panose="020B0004020202020204" pitchFamily="34" charset="0"/>
                <a:cs typeface="Times New Roman" pitchFamily="18" charset="0"/>
              </a:rPr>
              <a:t>Textbooks and Readings:</a:t>
            </a:r>
          </a:p>
          <a:p>
            <a:r>
              <a:rPr lang="en-US" b="1" dirty="0">
                <a:latin typeface="Times New Roman" pitchFamily="18" charset="0"/>
                <a:cs typeface="Times New Roman" pitchFamily="18" charset="0"/>
              </a:rPr>
              <a:t>Text Books</a:t>
            </a:r>
            <a:endParaRPr lang="en-IN" sz="2400" dirty="0">
              <a:latin typeface="Times New Roman" pitchFamily="18" charset="0"/>
              <a:cs typeface="Times New Roman" pitchFamily="18" charset="0"/>
            </a:endParaRPr>
          </a:p>
          <a:p>
            <a:pPr lvl="1"/>
            <a:r>
              <a:rPr lang="en-US" dirty="0">
                <a:latin typeface="Times New Roman" pitchFamily="18" charset="0"/>
                <a:cs typeface="Times New Roman" pitchFamily="18" charset="0"/>
              </a:rPr>
              <a:t>Stallings, W. Cryptography and Network Security: Principles and Practice, 4th ed., Prentice Hall PTR.,</a:t>
            </a:r>
            <a:r>
              <a:rPr lang="en-US" dirty="0" smtClean="0">
                <a:latin typeface="Times New Roman" pitchFamily="18" charset="0"/>
                <a:cs typeface="Times New Roman" pitchFamily="18" charset="0"/>
              </a:rPr>
              <a:t>2006</a:t>
            </a:r>
          </a:p>
          <a:p>
            <a:pPr lvl="1"/>
            <a:endParaRPr lang="en-IN" sz="2400" dirty="0">
              <a:latin typeface="Times New Roman" pitchFamily="18" charset="0"/>
              <a:cs typeface="Times New Roman" pitchFamily="18" charset="0"/>
            </a:endParaRPr>
          </a:p>
          <a:p>
            <a:r>
              <a:rPr lang="en-US" b="1" dirty="0">
                <a:latin typeface="Times New Roman" pitchFamily="18" charset="0"/>
                <a:cs typeface="Times New Roman" pitchFamily="18" charset="0"/>
              </a:rPr>
              <a:t>Reference </a:t>
            </a:r>
            <a:r>
              <a:rPr lang="en-US" b="1" dirty="0" smtClean="0">
                <a:latin typeface="Times New Roman" pitchFamily="18" charset="0"/>
                <a:cs typeface="Times New Roman" pitchFamily="18" charset="0"/>
              </a:rPr>
              <a:t>books</a:t>
            </a:r>
            <a:endParaRPr lang="en-IN" sz="2400" dirty="0">
              <a:latin typeface="Times New Roman" pitchFamily="18" charset="0"/>
              <a:cs typeface="Times New Roman" pitchFamily="18" charset="0"/>
            </a:endParaRPr>
          </a:p>
          <a:p>
            <a:pPr lvl="0"/>
            <a:r>
              <a:rPr lang="en-US" dirty="0">
                <a:latin typeface="Times New Roman" pitchFamily="18" charset="0"/>
                <a:cs typeface="Times New Roman" pitchFamily="18" charset="0"/>
              </a:rPr>
              <a:t>Kaufman, c., Perlman, R., and </a:t>
            </a:r>
            <a:r>
              <a:rPr lang="en-US" dirty="0" err="1">
                <a:latin typeface="Times New Roman" pitchFamily="18" charset="0"/>
                <a:cs typeface="Times New Roman" pitchFamily="18" charset="0"/>
              </a:rPr>
              <a:t>Speciner</a:t>
            </a:r>
            <a:r>
              <a:rPr lang="en-US" dirty="0">
                <a:latin typeface="Times New Roman" pitchFamily="18" charset="0"/>
                <a:cs typeface="Times New Roman" pitchFamily="18" charset="0"/>
              </a:rPr>
              <a:t>, M., Network Security, Private Communication in a public world, 2nded., Prentice Hall PTR., 2002.</a:t>
            </a:r>
            <a:endParaRPr lang="en-IN" sz="2400" dirty="0">
              <a:latin typeface="Times New Roman" pitchFamily="18" charset="0"/>
              <a:cs typeface="Times New Roman" pitchFamily="18" charset="0"/>
            </a:endParaRPr>
          </a:p>
          <a:p>
            <a:pPr lvl="0"/>
            <a:r>
              <a:rPr lang="en-US" dirty="0">
                <a:latin typeface="Times New Roman" pitchFamily="18" charset="0"/>
                <a:cs typeface="Times New Roman" pitchFamily="18" charset="0"/>
              </a:rPr>
              <a:t>Cryptography and Network Security; McGraw Hill; Behrouz A Forouzan.</a:t>
            </a:r>
            <a:endParaRPr lang="en-IN" sz="2400" dirty="0">
              <a:latin typeface="Times New Roman" pitchFamily="18" charset="0"/>
              <a:cs typeface="Times New Roman" pitchFamily="18" charset="0"/>
            </a:endParaRPr>
          </a:p>
          <a:p>
            <a:pPr lvl="0"/>
            <a:r>
              <a:rPr lang="en-US" dirty="0">
                <a:latin typeface="Times New Roman" pitchFamily="18" charset="0"/>
                <a:cs typeface="Times New Roman" pitchFamily="18" charset="0"/>
              </a:rPr>
              <a:t>Atul </a:t>
            </a:r>
            <a:r>
              <a:rPr lang="en-US" dirty="0" err="1">
                <a:latin typeface="Times New Roman" pitchFamily="18" charset="0"/>
                <a:cs typeface="Times New Roman" pitchFamily="18" charset="0"/>
              </a:rPr>
              <a:t>Kahate</a:t>
            </a:r>
            <a:r>
              <a:rPr lang="en-US" dirty="0">
                <a:latin typeface="Times New Roman" pitchFamily="18" charset="0"/>
                <a:cs typeface="Times New Roman" pitchFamily="18" charset="0"/>
              </a:rPr>
              <a:t>, Cryptography and Network Security, McGraw Hill</a:t>
            </a:r>
            <a:r>
              <a:rPr lang="en-US" dirty="0" smtClean="0">
                <a:latin typeface="Times New Roman" pitchFamily="18" charset="0"/>
                <a:cs typeface="Times New Roman" pitchFamily="18" charset="0"/>
              </a:rPr>
              <a:t>.</a:t>
            </a:r>
          </a:p>
          <a:p>
            <a:pPr lvl="0"/>
            <a:endParaRPr lang="en-US" dirty="0" smtClean="0">
              <a:latin typeface="Times New Roman" pitchFamily="18" charset="0"/>
              <a:cs typeface="Times New Roman" pitchFamily="18" charset="0"/>
            </a:endParaRPr>
          </a:p>
          <a:p>
            <a:pPr lvl="0"/>
            <a:endParaRPr lang="en-US" dirty="0">
              <a:latin typeface="Times New Roman" pitchFamily="18" charset="0"/>
              <a:cs typeface="Times New Roman" pitchFamily="18" charset="0"/>
            </a:endParaRPr>
          </a:p>
          <a:p>
            <a:pPr marL="342900" indent="-342900" algn="just" eaLnBrk="1" fontAlgn="auto" hangingPunct="1">
              <a:lnSpc>
                <a:spcPct val="115000"/>
              </a:lnSpc>
              <a:spcBef>
                <a:spcPts val="0"/>
              </a:spcBef>
              <a:spcAft>
                <a:spcPts val="800"/>
              </a:spcAft>
              <a:buSzPts val="1000"/>
              <a:buFont typeface="Symbol" panose="05050102010706020507" pitchFamily="18" charset="2"/>
              <a:buChar char=""/>
              <a:tabLst>
                <a:tab pos="457200" algn="l"/>
              </a:tabLst>
              <a:defRPr/>
            </a:pPr>
            <a:r>
              <a:rPr lang="en-IN" sz="2000" b="1" kern="100" dirty="0">
                <a:latin typeface="Times New Roman" pitchFamily="18" charset="0"/>
                <a:ea typeface="Aptos" panose="020B0004020202020204" pitchFamily="34" charset="0"/>
                <a:cs typeface="Times New Roman" pitchFamily="18" charset="0"/>
              </a:rPr>
              <a:t>Support Services: </a:t>
            </a:r>
            <a:r>
              <a:rPr lang="en-IN" sz="2000" kern="100" dirty="0">
                <a:latin typeface="Times New Roman" pitchFamily="18" charset="0"/>
                <a:ea typeface="Aptos" panose="020B0004020202020204" pitchFamily="34" charset="0"/>
                <a:cs typeface="Times New Roman" pitchFamily="18" charset="0"/>
              </a:rPr>
              <a:t>The mentors are allotted to all the students and are visible in your iCloud account. </a:t>
            </a:r>
          </a:p>
          <a:p>
            <a:pPr marL="342900" indent="-342900" algn="just" eaLnBrk="1" fontAlgn="auto" hangingPunct="1">
              <a:lnSpc>
                <a:spcPct val="115000"/>
              </a:lnSpc>
              <a:spcBef>
                <a:spcPts val="0"/>
              </a:spcBef>
              <a:spcAft>
                <a:spcPts val="800"/>
              </a:spcAft>
              <a:buSzPts val="1000"/>
              <a:buFont typeface="Symbol" panose="05050102010706020507" pitchFamily="18" charset="2"/>
              <a:buChar char=""/>
              <a:tabLst>
                <a:tab pos="457200" algn="l"/>
              </a:tabLst>
              <a:defRPr/>
            </a:pPr>
            <a:r>
              <a:rPr lang="en-IN" sz="2000" kern="100" dirty="0">
                <a:latin typeface="Times New Roman" pitchFamily="18" charset="0"/>
                <a:ea typeface="Aptos" panose="020B0004020202020204" pitchFamily="34" charset="0"/>
                <a:cs typeface="Times New Roman" pitchFamily="18" charset="0"/>
              </a:rPr>
              <a:t>The Course lead, Course Coordinator, timetable coordinator, Program chair &amp; Co-Program chair will be available for any information</a:t>
            </a:r>
            <a:r>
              <a:rPr lang="en-IN" sz="2400" kern="100" dirty="0">
                <a:latin typeface="Times New Roman" pitchFamily="18" charset="0"/>
                <a:ea typeface="Aptos" panose="020B0004020202020204" pitchFamily="34" charset="0"/>
                <a:cs typeface="Times New Roman" pitchFamily="18" charset="0"/>
              </a:rPr>
              <a:t>.</a:t>
            </a:r>
            <a:endParaRPr lang="en-IN" sz="2000" kern="100" dirty="0">
              <a:latin typeface="Times New Roman" pitchFamily="18" charset="0"/>
              <a:ea typeface="Aptos" panose="020B0004020202020204" pitchFamily="34" charset="0"/>
              <a:cs typeface="Times New Roman" pitchFamily="18" charset="0"/>
            </a:endParaRPr>
          </a:p>
        </p:txBody>
      </p:sp>
      <p:sp>
        <p:nvSpPr>
          <p:cNvPr id="2" name="Slide Number Placeholder 1">
            <a:extLst>
              <a:ext uri="{FF2B5EF4-FFF2-40B4-BE49-F238E27FC236}">
                <a16:creationId xmlns:a16="http://schemas.microsoft.com/office/drawing/2014/main" xmlns="" id="{07273AA8-8ADC-A649-3F24-B3ABAFA24C59}"/>
              </a:ext>
            </a:extLst>
          </p:cNvPr>
          <p:cNvSpPr>
            <a:spLocks noGrp="1"/>
          </p:cNvSpPr>
          <p:nvPr>
            <p:ph type="sldNum" sz="quarter" idx="12"/>
          </p:nvPr>
        </p:nvSpPr>
        <p:spPr/>
        <p:txBody>
          <a:bodyPr/>
          <a:lstStyle/>
          <a:p>
            <a:pPr>
              <a:defRPr/>
            </a:pPr>
            <a:fld id="{E6497F90-D66F-C649-9FB7-27595D3704D4}" type="slidenum">
              <a:rPr lang="en-IN" smtClean="0"/>
              <a:pPr>
                <a:defRPr/>
              </a:pPr>
              <a:t>20</a:t>
            </a:fld>
            <a:endParaRPr lang="en-I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descr="Galgotias University - Wikipedia">
            <a:extLst>
              <a:ext uri="{FF2B5EF4-FFF2-40B4-BE49-F238E27FC236}">
                <a16:creationId xmlns:a16="http://schemas.microsoft.com/office/drawing/2014/main" xmlns="" id="{2C70A808-6E38-3BEB-7797-AEE260D98158}"/>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9213" y="30163"/>
            <a:ext cx="1101725" cy="1101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xmlns="" id="{BDE10626-2424-4724-4F60-E83A90DFCF53}"/>
              </a:ext>
            </a:extLst>
          </p:cNvPr>
          <p:cNvCxnSpPr>
            <a:cxnSpLocks/>
          </p:cNvCxnSpPr>
          <p:nvPr/>
        </p:nvCxnSpPr>
        <p:spPr>
          <a:xfrm>
            <a:off x="1017588" y="708025"/>
            <a:ext cx="11174412"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27652" name="TextBox 8">
            <a:extLst>
              <a:ext uri="{FF2B5EF4-FFF2-40B4-BE49-F238E27FC236}">
                <a16:creationId xmlns:a16="http://schemas.microsoft.com/office/drawing/2014/main" xmlns="" id="{A87602E2-EEE3-B519-FEA7-334D08D4D7EC}"/>
              </a:ext>
            </a:extLst>
          </p:cNvPr>
          <p:cNvSpPr txBox="1">
            <a:spLocks noChangeArrowheads="1"/>
          </p:cNvSpPr>
          <p:nvPr/>
        </p:nvSpPr>
        <p:spPr bwMode="auto">
          <a:xfrm>
            <a:off x="1017588" y="46038"/>
            <a:ext cx="11125200" cy="646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IN" altLang="en-US" sz="3600" b="1">
                <a:solidFill>
                  <a:srgbClr val="C00000"/>
                </a:solidFill>
              </a:rPr>
              <a:t>Conclusion &amp; Welcome</a:t>
            </a:r>
          </a:p>
        </p:txBody>
      </p:sp>
      <p:graphicFrame>
        <p:nvGraphicFramePr>
          <p:cNvPr id="3" name="Diagram 2">
            <a:extLst>
              <a:ext uri="{FF2B5EF4-FFF2-40B4-BE49-F238E27FC236}">
                <a16:creationId xmlns:a16="http://schemas.microsoft.com/office/drawing/2014/main" xmlns="" id="{E8580929-CABC-308B-9FB6-8BC6DB6F0D60}"/>
              </a:ext>
            </a:extLst>
          </p:cNvPr>
          <p:cNvGraphicFramePr/>
          <p:nvPr/>
        </p:nvGraphicFramePr>
        <p:xfrm>
          <a:off x="635000" y="1679574"/>
          <a:ext cx="10922000" cy="37741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lide Number Placeholder 1">
            <a:extLst>
              <a:ext uri="{FF2B5EF4-FFF2-40B4-BE49-F238E27FC236}">
                <a16:creationId xmlns:a16="http://schemas.microsoft.com/office/drawing/2014/main" xmlns="" id="{9070BC5B-E299-16D2-7333-C8041C420BAF}"/>
              </a:ext>
            </a:extLst>
          </p:cNvPr>
          <p:cNvSpPr>
            <a:spLocks noGrp="1"/>
          </p:cNvSpPr>
          <p:nvPr>
            <p:ph type="sldNum" sz="quarter" idx="12"/>
          </p:nvPr>
        </p:nvSpPr>
        <p:spPr/>
        <p:txBody>
          <a:bodyPr/>
          <a:lstStyle/>
          <a:p>
            <a:pPr>
              <a:defRPr/>
            </a:pPr>
            <a:fld id="{902D8AAF-3990-374A-B985-E7DB1B9E0A61}" type="slidenum">
              <a:rPr lang="en-IN" smtClean="0"/>
              <a:pPr>
                <a:defRPr/>
              </a:pPr>
              <a:t>21</a:t>
            </a:fld>
            <a:endParaRPr lang="en-I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5F7F3B4C-615B-F913-6089-F37B46EB1A01}"/>
              </a:ext>
            </a:extLst>
          </p:cNvPr>
          <p:cNvSpPr>
            <a:spLocks noGrp="1"/>
          </p:cNvSpPr>
          <p:nvPr>
            <p:ph type="sldNum" sz="quarter" idx="12"/>
          </p:nvPr>
        </p:nvSpPr>
        <p:spPr/>
        <p:txBody>
          <a:bodyPr/>
          <a:lstStyle/>
          <a:p>
            <a:pPr>
              <a:defRPr/>
            </a:pPr>
            <a:fld id="{11D5F556-2113-3B4D-81F9-B12DCD62E318}" type="slidenum">
              <a:rPr lang="en-IN" smtClean="0"/>
              <a:pPr>
                <a:defRPr/>
              </a:pPr>
              <a:t>22</a:t>
            </a:fld>
            <a:endParaRPr lang="en-IN"/>
          </a:p>
        </p:txBody>
      </p:sp>
      <p:sp>
        <p:nvSpPr>
          <p:cNvPr id="4" name="TextBox 3">
            <a:extLst>
              <a:ext uri="{FF2B5EF4-FFF2-40B4-BE49-F238E27FC236}">
                <a16:creationId xmlns:a16="http://schemas.microsoft.com/office/drawing/2014/main" xmlns="" id="{742272DB-5E71-8501-3BF7-10D4A3E78406}"/>
              </a:ext>
            </a:extLst>
          </p:cNvPr>
          <p:cNvSpPr txBox="1"/>
          <p:nvPr/>
        </p:nvSpPr>
        <p:spPr>
          <a:xfrm>
            <a:off x="3160000" y="2812921"/>
            <a:ext cx="6096000" cy="827087"/>
          </a:xfrm>
          <a:prstGeom prst="rect">
            <a:avLst/>
          </a:prstGeom>
          <a:noFill/>
        </p:spPr>
        <p:txBody>
          <a:bodyPr>
            <a:spAutoFit/>
          </a:bodyPr>
          <a:lstStyle/>
          <a:p>
            <a:pPr algn="ctr" eaLnBrk="1" fontAlgn="auto" hangingPunct="1">
              <a:lnSpc>
                <a:spcPct val="115000"/>
              </a:lnSpc>
              <a:spcBef>
                <a:spcPts val="0"/>
              </a:spcBef>
              <a:spcAft>
                <a:spcPts val="800"/>
              </a:spcAft>
              <a:buSzPts val="1000"/>
              <a:tabLst>
                <a:tab pos="457200" algn="l"/>
              </a:tabLst>
              <a:defRPr/>
            </a:pPr>
            <a:r>
              <a:rPr lang="en-IN" sz="4400" b="1" kern="100" dirty="0">
                <a:latin typeface="Times New Roman" panose="02020603050405020304" pitchFamily="18" charset="0"/>
                <a:ea typeface="Aptos" panose="020B0004020202020204" pitchFamily="34" charset="0"/>
                <a:cs typeface="Times New Roman" panose="02020603050405020304" pitchFamily="18" charset="0"/>
              </a:rPr>
              <a:t>Open for Questions ????</a:t>
            </a:r>
            <a:endParaRPr lang="en-IN" sz="4400" kern="100" dirty="0">
              <a:latin typeface="Aptos" panose="020B0004020202020204" pitchFamily="34" charset="0"/>
              <a:ea typeface="Aptos" panose="020B0004020202020204" pitchFamily="34" charset="0"/>
              <a:cs typeface="Times New Roman" panose="02020603050405020304" pitchFamily="18" charset="0"/>
            </a:endParaRPr>
          </a:p>
        </p:txBody>
      </p:sp>
      <p:pic>
        <p:nvPicPr>
          <p:cNvPr id="28676" name="Picture 2" descr="Galgotias University - Wikipedia">
            <a:extLst>
              <a:ext uri="{FF2B5EF4-FFF2-40B4-BE49-F238E27FC236}">
                <a16:creationId xmlns:a16="http://schemas.microsoft.com/office/drawing/2014/main" xmlns="" id="{F6534EA0-E14D-B0B3-7150-229F4B88A1DB}"/>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9213" y="30163"/>
            <a:ext cx="1101725" cy="1101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3907</TotalTime>
  <Words>1652</Words>
  <Application>Microsoft Office PowerPoint</Application>
  <PresentationFormat>Custom</PresentationFormat>
  <Paragraphs>234</Paragraphs>
  <Slides>22</Slides>
  <Notes>1</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DK SINGH</dc:creator>
  <cp:lastModifiedBy>Lenovo</cp:lastModifiedBy>
  <cp:revision>111</cp:revision>
  <dcterms:created xsi:type="dcterms:W3CDTF">2024-09-09T07:24:14Z</dcterms:created>
  <dcterms:modified xsi:type="dcterms:W3CDTF">2026-02-11T08:33:44Z</dcterms:modified>
</cp:coreProperties>
</file>